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tags/tag216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409.xml" ContentType="application/vnd.openxmlformats-officedocument.presentationml.tags+xml"/>
  <Override PartName="/ppt/tags/tag241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tags/tag2452.xml" ContentType="application/vnd.openxmlformats-officedocument.presentationml.tag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tags/tag2478.xml" ContentType="application/vnd.openxmlformats-officedocument.presentationml.tags+xml"/>
  <Override PartName="/ppt/tags/tag2479.xml" ContentType="application/vnd.openxmlformats-officedocument.presentationml.tags+xml"/>
  <Override PartName="/ppt/tags/tag248.xml" ContentType="application/vnd.openxmlformats-officedocument.presentationml.tags+xml"/>
  <Override PartName="/ppt/tags/tag2480.xml" ContentType="application/vnd.openxmlformats-officedocument.presentationml.tags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tags/tag2559.xml" ContentType="application/vnd.openxmlformats-officedocument.presentationml.tags+xml"/>
  <Override PartName="/ppt/tags/tag256.xml" ContentType="application/vnd.openxmlformats-officedocument.presentationml.tags+xml"/>
  <Override PartName="/ppt/tags/tag2560.xml" ContentType="application/vnd.openxmlformats-officedocument.presentationml.tags+xml"/>
  <Override PartName="/ppt/tags/tag2561.xml" ContentType="application/vnd.openxmlformats-officedocument.presentationml.tags+xml"/>
  <Override PartName="/ppt/tags/tag2562.xml" ContentType="application/vnd.openxmlformats-officedocument.presentationml.tags+xml"/>
  <Override PartName="/ppt/tags/tag2563.xml" ContentType="application/vnd.openxmlformats-officedocument.presentationml.tags+xml"/>
  <Override PartName="/ppt/tags/tag2564.xml" ContentType="application/vnd.openxmlformats-officedocument.presentationml.tags+xml"/>
  <Override PartName="/ppt/tags/tag2565.xml" ContentType="application/vnd.openxmlformats-officedocument.presentationml.tags+xml"/>
  <Override PartName="/ppt/tags/tag2566.xml" ContentType="application/vnd.openxmlformats-officedocument.presentationml.tags+xml"/>
  <Override PartName="/ppt/tags/tag2567.xml" ContentType="application/vnd.openxmlformats-officedocument.presentationml.tags+xml"/>
  <Override PartName="/ppt/tags/tag2568.xml" ContentType="application/vnd.openxmlformats-officedocument.presentationml.tags+xml"/>
  <Override PartName="/ppt/tags/tag2569.xml" ContentType="application/vnd.openxmlformats-officedocument.presentationml.tags+xml"/>
  <Override PartName="/ppt/tags/tag257.xml" ContentType="application/vnd.openxmlformats-officedocument.presentationml.tags+xml"/>
  <Override PartName="/ppt/tags/tag2570.xml" ContentType="application/vnd.openxmlformats-officedocument.presentationml.tags+xml"/>
  <Override PartName="/ppt/tags/tag2571.xml" ContentType="application/vnd.openxmlformats-officedocument.presentationml.tags+xml"/>
  <Override PartName="/ppt/tags/tag2572.xml" ContentType="application/vnd.openxmlformats-officedocument.presentationml.tags+xml"/>
  <Override PartName="/ppt/tags/tag2573.xml" ContentType="application/vnd.openxmlformats-officedocument.presentationml.tags+xml"/>
  <Override PartName="/ppt/tags/tag2574.xml" ContentType="application/vnd.openxmlformats-officedocument.presentationml.tags+xml"/>
  <Override PartName="/ppt/tags/tag2575.xml" ContentType="application/vnd.openxmlformats-officedocument.presentationml.tags+xml"/>
  <Override PartName="/ppt/tags/tag2576.xml" ContentType="application/vnd.openxmlformats-officedocument.presentationml.tags+xml"/>
  <Override PartName="/ppt/tags/tag2577.xml" ContentType="application/vnd.openxmlformats-officedocument.presentationml.tags+xml"/>
  <Override PartName="/ppt/tags/tag2578.xml" ContentType="application/vnd.openxmlformats-officedocument.presentationml.tags+xml"/>
  <Override PartName="/ppt/tags/tag2579.xml" ContentType="application/vnd.openxmlformats-officedocument.presentationml.tags+xml"/>
  <Override PartName="/ppt/tags/tag258.xml" ContentType="application/vnd.openxmlformats-officedocument.presentationml.tags+xml"/>
  <Override PartName="/ppt/tags/tag2580.xml" ContentType="application/vnd.openxmlformats-officedocument.presentationml.tags+xml"/>
  <Override PartName="/ppt/tags/tag2581.xml" ContentType="application/vnd.openxmlformats-officedocument.presentationml.tags+xml"/>
  <Override PartName="/ppt/tags/tag2582.xml" ContentType="application/vnd.openxmlformats-officedocument.presentationml.tags+xml"/>
  <Override PartName="/ppt/tags/tag2583.xml" ContentType="application/vnd.openxmlformats-officedocument.presentationml.tags+xml"/>
  <Override PartName="/ppt/tags/tag2584.xml" ContentType="application/vnd.openxmlformats-officedocument.presentationml.tags+xml"/>
  <Override PartName="/ppt/tags/tag2585.xml" ContentType="application/vnd.openxmlformats-officedocument.presentationml.tags+xml"/>
  <Override PartName="/ppt/tags/tag2586.xml" ContentType="application/vnd.openxmlformats-officedocument.presentationml.tags+xml"/>
  <Override PartName="/ppt/tags/tag2587.xml" ContentType="application/vnd.openxmlformats-officedocument.presentationml.tags+xml"/>
  <Override PartName="/ppt/tags/tag2588.xml" ContentType="application/vnd.openxmlformats-officedocument.presentationml.tags+xml"/>
  <Override PartName="/ppt/tags/tag2589.xml" ContentType="application/vnd.openxmlformats-officedocument.presentationml.tags+xml"/>
  <Override PartName="/ppt/tags/tag259.xml" ContentType="application/vnd.openxmlformats-officedocument.presentationml.tags+xml"/>
  <Override PartName="/ppt/tags/tag2590.xml" ContentType="application/vnd.openxmlformats-officedocument.presentationml.tags+xml"/>
  <Override PartName="/ppt/tags/tag2591.xml" ContentType="application/vnd.openxmlformats-officedocument.presentationml.tags+xml"/>
  <Override PartName="/ppt/tags/tag2592.xml" ContentType="application/vnd.openxmlformats-officedocument.presentationml.tags+xml"/>
  <Override PartName="/ppt/tags/tag2593.xml" ContentType="application/vnd.openxmlformats-officedocument.presentationml.tags+xml"/>
  <Override PartName="/ppt/tags/tag2594.xml" ContentType="application/vnd.openxmlformats-officedocument.presentationml.tags+xml"/>
  <Override PartName="/ppt/tags/tag2595.xml" ContentType="application/vnd.openxmlformats-officedocument.presentationml.tags+xml"/>
  <Override PartName="/ppt/tags/tag2596.xml" ContentType="application/vnd.openxmlformats-officedocument.presentationml.tags+xml"/>
  <Override PartName="/ppt/tags/tag2597.xml" ContentType="application/vnd.openxmlformats-officedocument.presentationml.tags+xml"/>
  <Override PartName="/ppt/tags/tag2598.xml" ContentType="application/vnd.openxmlformats-officedocument.presentationml.tags+xml"/>
  <Override PartName="/ppt/tags/tag259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00.xml" ContentType="application/vnd.openxmlformats-officedocument.presentationml.tags+xml"/>
  <Override PartName="/ppt/tags/tag2601.xml" ContentType="application/vnd.openxmlformats-officedocument.presentationml.tags+xml"/>
  <Override PartName="/ppt/tags/tag2602.xml" ContentType="application/vnd.openxmlformats-officedocument.presentationml.tags+xml"/>
  <Override PartName="/ppt/tags/tag2603.xml" ContentType="application/vnd.openxmlformats-officedocument.presentationml.tags+xml"/>
  <Override PartName="/ppt/tags/tag2604.xml" ContentType="application/vnd.openxmlformats-officedocument.presentationml.tags+xml"/>
  <Override PartName="/ppt/tags/tag2605.xml" ContentType="application/vnd.openxmlformats-officedocument.presentationml.tags+xml"/>
  <Override PartName="/ppt/tags/tag2606.xml" ContentType="application/vnd.openxmlformats-officedocument.presentationml.tags+xml"/>
  <Override PartName="/ppt/tags/tag2607.xml" ContentType="application/vnd.openxmlformats-officedocument.presentationml.tags+xml"/>
  <Override PartName="/ppt/tags/tag2608.xml" ContentType="application/vnd.openxmlformats-officedocument.presentationml.tags+xml"/>
  <Override PartName="/ppt/tags/tag2609.xml" ContentType="application/vnd.openxmlformats-officedocument.presentationml.tags+xml"/>
  <Override PartName="/ppt/tags/tag261.xml" ContentType="application/vnd.openxmlformats-officedocument.presentationml.tags+xml"/>
  <Override PartName="/ppt/tags/tag2610.xml" ContentType="application/vnd.openxmlformats-officedocument.presentationml.tags+xml"/>
  <Override PartName="/ppt/tags/tag2611.xml" ContentType="application/vnd.openxmlformats-officedocument.presentationml.tags+xml"/>
  <Override PartName="/ppt/tags/tag2612.xml" ContentType="application/vnd.openxmlformats-officedocument.presentationml.tags+xml"/>
  <Override PartName="/ppt/tags/tag2613.xml" ContentType="application/vnd.openxmlformats-officedocument.presentationml.tags+xml"/>
  <Override PartName="/ppt/tags/tag2614.xml" ContentType="application/vnd.openxmlformats-officedocument.presentationml.tags+xml"/>
  <Override PartName="/ppt/tags/tag2615.xml" ContentType="application/vnd.openxmlformats-officedocument.presentationml.tags+xml"/>
  <Override PartName="/ppt/tags/tag2616.xml" ContentType="application/vnd.openxmlformats-officedocument.presentationml.tags+xml"/>
  <Override PartName="/ppt/tags/tag2617.xml" ContentType="application/vnd.openxmlformats-officedocument.presentationml.tags+xml"/>
  <Override PartName="/ppt/tags/tag2618.xml" ContentType="application/vnd.openxmlformats-officedocument.presentationml.tags+xml"/>
  <Override PartName="/ppt/tags/tag2619.xml" ContentType="application/vnd.openxmlformats-officedocument.presentationml.tags+xml"/>
  <Override PartName="/ppt/tags/tag262.xml" ContentType="application/vnd.openxmlformats-officedocument.presentationml.tags+xml"/>
  <Override PartName="/ppt/tags/tag2620.xml" ContentType="application/vnd.openxmlformats-officedocument.presentationml.tags+xml"/>
  <Override PartName="/ppt/tags/tag2621.xml" ContentType="application/vnd.openxmlformats-officedocument.presentationml.tags+xml"/>
  <Override PartName="/ppt/tags/tag2622.xml" ContentType="application/vnd.openxmlformats-officedocument.presentationml.tags+xml"/>
  <Override PartName="/ppt/tags/tag2623.xml" ContentType="application/vnd.openxmlformats-officedocument.presentationml.tags+xml"/>
  <Override PartName="/ppt/tags/tag2624.xml" ContentType="application/vnd.openxmlformats-officedocument.presentationml.tags+xml"/>
  <Override PartName="/ppt/tags/tag2625.xml" ContentType="application/vnd.openxmlformats-officedocument.presentationml.tags+xml"/>
  <Override PartName="/ppt/tags/tag2626.xml" ContentType="application/vnd.openxmlformats-officedocument.presentationml.tags+xml"/>
  <Override PartName="/ppt/tags/tag2627.xml" ContentType="application/vnd.openxmlformats-officedocument.presentationml.tags+xml"/>
  <Override PartName="/ppt/tags/tag2628.xml" ContentType="application/vnd.openxmlformats-officedocument.presentationml.tags+xml"/>
  <Override PartName="/ppt/tags/tag2629.xml" ContentType="application/vnd.openxmlformats-officedocument.presentationml.tags+xml"/>
  <Override PartName="/ppt/tags/tag263.xml" ContentType="application/vnd.openxmlformats-officedocument.presentationml.tags+xml"/>
  <Override PartName="/ppt/tags/tag2630.xml" ContentType="application/vnd.openxmlformats-officedocument.presentationml.tags+xml"/>
  <Override PartName="/ppt/tags/tag2631.xml" ContentType="application/vnd.openxmlformats-officedocument.presentationml.tags+xml"/>
  <Override PartName="/ppt/tags/tag2632.xml" ContentType="application/vnd.openxmlformats-officedocument.presentationml.tags+xml"/>
  <Override PartName="/ppt/tags/tag2633.xml" ContentType="application/vnd.openxmlformats-officedocument.presentationml.tags+xml"/>
  <Override PartName="/ppt/tags/tag2634.xml" ContentType="application/vnd.openxmlformats-officedocument.presentationml.tags+xml"/>
  <Override PartName="/ppt/tags/tag2635.xml" ContentType="application/vnd.openxmlformats-officedocument.presentationml.tags+xml"/>
  <Override PartName="/ppt/tags/tag2636.xml" ContentType="application/vnd.openxmlformats-officedocument.presentationml.tags+xml"/>
  <Override PartName="/ppt/tags/tag2637.xml" ContentType="application/vnd.openxmlformats-officedocument.presentationml.tags+xml"/>
  <Override PartName="/ppt/tags/tag2638.xml" ContentType="application/vnd.openxmlformats-officedocument.presentationml.tags+xml"/>
  <Override PartName="/ppt/tags/tag2639.xml" ContentType="application/vnd.openxmlformats-officedocument.presentationml.tags+xml"/>
  <Override PartName="/ppt/tags/tag264.xml" ContentType="application/vnd.openxmlformats-officedocument.presentationml.tags+xml"/>
  <Override PartName="/ppt/tags/tag2640.xml" ContentType="application/vnd.openxmlformats-officedocument.presentationml.tags+xml"/>
  <Override PartName="/ppt/tags/tag2641.xml" ContentType="application/vnd.openxmlformats-officedocument.presentationml.tags+xml"/>
  <Override PartName="/ppt/tags/tag2642.xml" ContentType="application/vnd.openxmlformats-officedocument.presentationml.tags+xml"/>
  <Override PartName="/ppt/tags/tag2643.xml" ContentType="application/vnd.openxmlformats-officedocument.presentationml.tags+xml"/>
  <Override PartName="/ppt/tags/tag2644.xml" ContentType="application/vnd.openxmlformats-officedocument.presentationml.tags+xml"/>
  <Override PartName="/ppt/tags/tag2645.xml" ContentType="application/vnd.openxmlformats-officedocument.presentationml.tags+xml"/>
  <Override PartName="/ppt/tags/tag2646.xml" ContentType="application/vnd.openxmlformats-officedocument.presentationml.tags+xml"/>
  <Override PartName="/ppt/tags/tag2647.xml" ContentType="application/vnd.openxmlformats-officedocument.presentationml.tags+xml"/>
  <Override PartName="/ppt/tags/tag2648.xml" ContentType="application/vnd.openxmlformats-officedocument.presentationml.tags+xml"/>
  <Override PartName="/ppt/tags/tag2649.xml" ContentType="application/vnd.openxmlformats-officedocument.presentationml.tags+xml"/>
  <Override PartName="/ppt/tags/tag265.xml" ContentType="application/vnd.openxmlformats-officedocument.presentationml.tags+xml"/>
  <Override PartName="/ppt/tags/tag2650.xml" ContentType="application/vnd.openxmlformats-officedocument.presentationml.tags+xml"/>
  <Override PartName="/ppt/tags/tag2651.xml" ContentType="application/vnd.openxmlformats-officedocument.presentationml.tags+xml"/>
  <Override PartName="/ppt/tags/tag2652.xml" ContentType="application/vnd.openxmlformats-officedocument.presentationml.tags+xml"/>
  <Override PartName="/ppt/tags/tag2653.xml" ContentType="application/vnd.openxmlformats-officedocument.presentationml.tags+xml"/>
  <Override PartName="/ppt/tags/tag2654.xml" ContentType="application/vnd.openxmlformats-officedocument.presentationml.tags+xml"/>
  <Override PartName="/ppt/tags/tag2655.xml" ContentType="application/vnd.openxmlformats-officedocument.presentationml.tags+xml"/>
  <Override PartName="/ppt/tags/tag2656.xml" ContentType="application/vnd.openxmlformats-officedocument.presentationml.tags+xml"/>
  <Override PartName="/ppt/tags/tag2657.xml" ContentType="application/vnd.openxmlformats-officedocument.presentationml.tags+xml"/>
  <Override PartName="/ppt/tags/tag2658.xml" ContentType="application/vnd.openxmlformats-officedocument.presentationml.tags+xml"/>
  <Override PartName="/ppt/tags/tag2659.xml" ContentType="application/vnd.openxmlformats-officedocument.presentationml.tags+xml"/>
  <Override PartName="/ppt/tags/tag266.xml" ContentType="application/vnd.openxmlformats-officedocument.presentationml.tags+xml"/>
  <Override PartName="/ppt/tags/tag2660.xml" ContentType="application/vnd.openxmlformats-officedocument.presentationml.tags+xml"/>
  <Override PartName="/ppt/tags/tag2661.xml" ContentType="application/vnd.openxmlformats-officedocument.presentationml.tags+xml"/>
  <Override PartName="/ppt/tags/tag2662.xml" ContentType="application/vnd.openxmlformats-officedocument.presentationml.tags+xml"/>
  <Override PartName="/ppt/tags/tag2663.xml" ContentType="application/vnd.openxmlformats-officedocument.presentationml.tags+xml"/>
  <Override PartName="/ppt/tags/tag2664.xml" ContentType="application/vnd.openxmlformats-officedocument.presentationml.tags+xml"/>
  <Override PartName="/ppt/tags/tag2665.xml" ContentType="application/vnd.openxmlformats-officedocument.presentationml.tags+xml"/>
  <Override PartName="/ppt/tags/tag2666.xml" ContentType="application/vnd.openxmlformats-officedocument.presentationml.tags+xml"/>
  <Override PartName="/ppt/tags/tag2667.xml" ContentType="application/vnd.openxmlformats-officedocument.presentationml.tags+xml"/>
  <Override PartName="/ppt/tags/tag2668.xml" ContentType="application/vnd.openxmlformats-officedocument.presentationml.tags+xml"/>
  <Override PartName="/ppt/tags/tag2669.xml" ContentType="application/vnd.openxmlformats-officedocument.presentationml.tags+xml"/>
  <Override PartName="/ppt/tags/tag267.xml" ContentType="application/vnd.openxmlformats-officedocument.presentationml.tags+xml"/>
  <Override PartName="/ppt/tags/tag2670.xml" ContentType="application/vnd.openxmlformats-officedocument.presentationml.tags+xml"/>
  <Override PartName="/ppt/tags/tag2671.xml" ContentType="application/vnd.openxmlformats-officedocument.presentationml.tags+xml"/>
  <Override PartName="/ppt/tags/tag2672.xml" ContentType="application/vnd.openxmlformats-officedocument.presentationml.tags+xml"/>
  <Override PartName="/ppt/tags/tag2673.xml" ContentType="application/vnd.openxmlformats-officedocument.presentationml.tags+xml"/>
  <Override PartName="/ppt/tags/tag2674.xml" ContentType="application/vnd.openxmlformats-officedocument.presentationml.tags+xml"/>
  <Override PartName="/ppt/tags/tag2675.xml" ContentType="application/vnd.openxmlformats-officedocument.presentationml.tags+xml"/>
  <Override PartName="/ppt/tags/tag2676.xml" ContentType="application/vnd.openxmlformats-officedocument.presentationml.tags+xml"/>
  <Override PartName="/ppt/tags/tag2677.xml" ContentType="application/vnd.openxmlformats-officedocument.presentationml.tags+xml"/>
  <Override PartName="/ppt/tags/tag2678.xml" ContentType="application/vnd.openxmlformats-officedocument.presentationml.tags+xml"/>
  <Override PartName="/ppt/tags/tag2679.xml" ContentType="application/vnd.openxmlformats-officedocument.presentationml.tags+xml"/>
  <Override PartName="/ppt/tags/tag268.xml" ContentType="application/vnd.openxmlformats-officedocument.presentationml.tags+xml"/>
  <Override PartName="/ppt/tags/tag2680.xml" ContentType="application/vnd.openxmlformats-officedocument.presentationml.tags+xml"/>
  <Override PartName="/ppt/tags/tag2681.xml" ContentType="application/vnd.openxmlformats-officedocument.presentationml.tags+xml"/>
  <Override PartName="/ppt/tags/tag2682.xml" ContentType="application/vnd.openxmlformats-officedocument.presentationml.tags+xml"/>
  <Override PartName="/ppt/tags/tag2683.xml" ContentType="application/vnd.openxmlformats-officedocument.presentationml.tags+xml"/>
  <Override PartName="/ppt/tags/tag2684.xml" ContentType="application/vnd.openxmlformats-officedocument.presentationml.tags+xml"/>
  <Override PartName="/ppt/tags/tag2685.xml" ContentType="application/vnd.openxmlformats-officedocument.presentationml.tags+xml"/>
  <Override PartName="/ppt/tags/tag2686.xml" ContentType="application/vnd.openxmlformats-officedocument.presentationml.tags+xml"/>
  <Override PartName="/ppt/tags/tag2687.xml" ContentType="application/vnd.openxmlformats-officedocument.presentationml.tags+xml"/>
  <Override PartName="/ppt/tags/tag2688.xml" ContentType="application/vnd.openxmlformats-officedocument.presentationml.tags+xml"/>
  <Override PartName="/ppt/tags/tag2689.xml" ContentType="application/vnd.openxmlformats-officedocument.presentationml.tags+xml"/>
  <Override PartName="/ppt/tags/tag269.xml" ContentType="application/vnd.openxmlformats-officedocument.presentationml.tags+xml"/>
  <Override PartName="/ppt/tags/tag2690.xml" ContentType="application/vnd.openxmlformats-officedocument.presentationml.tags+xml"/>
  <Override PartName="/ppt/tags/tag2691.xml" ContentType="application/vnd.openxmlformats-officedocument.presentationml.tags+xml"/>
  <Override PartName="/ppt/tags/tag2692.xml" ContentType="application/vnd.openxmlformats-officedocument.presentationml.tags+xml"/>
  <Override PartName="/ppt/tags/tag2693.xml" ContentType="application/vnd.openxmlformats-officedocument.presentationml.tags+xml"/>
  <Override PartName="/ppt/tags/tag2694.xml" ContentType="application/vnd.openxmlformats-officedocument.presentationml.tags+xml"/>
  <Override PartName="/ppt/tags/tag2695.xml" ContentType="application/vnd.openxmlformats-officedocument.presentationml.tags+xml"/>
  <Override PartName="/ppt/tags/tag2696.xml" ContentType="application/vnd.openxmlformats-officedocument.presentationml.tags+xml"/>
  <Override PartName="/ppt/tags/tag2697.xml" ContentType="application/vnd.openxmlformats-officedocument.presentationml.tags+xml"/>
  <Override PartName="/ppt/tags/tag2698.xml" ContentType="application/vnd.openxmlformats-officedocument.presentationml.tags+xml"/>
  <Override PartName="/ppt/tags/tag269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00.xml" ContentType="application/vnd.openxmlformats-officedocument.presentationml.tags+xml"/>
  <Override PartName="/ppt/tags/tag2701.xml" ContentType="application/vnd.openxmlformats-officedocument.presentationml.tags+xml"/>
  <Override PartName="/ppt/tags/tag2702.xml" ContentType="application/vnd.openxmlformats-officedocument.presentationml.tags+xml"/>
  <Override PartName="/ppt/tags/tag2703.xml" ContentType="application/vnd.openxmlformats-officedocument.presentationml.tags+xml"/>
  <Override PartName="/ppt/tags/tag2704.xml" ContentType="application/vnd.openxmlformats-officedocument.presentationml.tags+xml"/>
  <Override PartName="/ppt/tags/tag2705.xml" ContentType="application/vnd.openxmlformats-officedocument.presentationml.tags+xml"/>
  <Override PartName="/ppt/tags/tag2706.xml" ContentType="application/vnd.openxmlformats-officedocument.presentationml.tags+xml"/>
  <Override PartName="/ppt/tags/tag2707.xml" ContentType="application/vnd.openxmlformats-officedocument.presentationml.tags+xml"/>
  <Override PartName="/ppt/tags/tag2708.xml" ContentType="application/vnd.openxmlformats-officedocument.presentationml.tags+xml"/>
  <Override PartName="/ppt/tags/tag2709.xml" ContentType="application/vnd.openxmlformats-officedocument.presentationml.tags+xml"/>
  <Override PartName="/ppt/tags/tag271.xml" ContentType="application/vnd.openxmlformats-officedocument.presentationml.tags+xml"/>
  <Override PartName="/ppt/tags/tag2710.xml" ContentType="application/vnd.openxmlformats-officedocument.presentationml.tags+xml"/>
  <Override PartName="/ppt/tags/tag2711.xml" ContentType="application/vnd.openxmlformats-officedocument.presentationml.tags+xml"/>
  <Override PartName="/ppt/tags/tag2712.xml" ContentType="application/vnd.openxmlformats-officedocument.presentationml.tags+xml"/>
  <Override PartName="/ppt/tags/tag2713.xml" ContentType="application/vnd.openxmlformats-officedocument.presentationml.tags+xml"/>
  <Override PartName="/ppt/tags/tag2714.xml" ContentType="application/vnd.openxmlformats-officedocument.presentationml.tags+xml"/>
  <Override PartName="/ppt/tags/tag2715.xml" ContentType="application/vnd.openxmlformats-officedocument.presentationml.tags+xml"/>
  <Override PartName="/ppt/tags/tag2716.xml" ContentType="application/vnd.openxmlformats-officedocument.presentationml.tags+xml"/>
  <Override PartName="/ppt/tags/tag2717.xml" ContentType="application/vnd.openxmlformats-officedocument.presentationml.tags+xml"/>
  <Override PartName="/ppt/tags/tag2718.xml" ContentType="application/vnd.openxmlformats-officedocument.presentationml.tags+xml"/>
  <Override PartName="/ppt/tags/tag2719.xml" ContentType="application/vnd.openxmlformats-officedocument.presentationml.tags+xml"/>
  <Override PartName="/ppt/tags/tag272.xml" ContentType="application/vnd.openxmlformats-officedocument.presentationml.tags+xml"/>
  <Override PartName="/ppt/tags/tag2720.xml" ContentType="application/vnd.openxmlformats-officedocument.presentationml.tags+xml"/>
  <Override PartName="/ppt/tags/tag2721.xml" ContentType="application/vnd.openxmlformats-officedocument.presentationml.tags+xml"/>
  <Override PartName="/ppt/tags/tag2722.xml" ContentType="application/vnd.openxmlformats-officedocument.presentationml.tags+xml"/>
  <Override PartName="/ppt/tags/tag2723.xml" ContentType="application/vnd.openxmlformats-officedocument.presentationml.tags+xml"/>
  <Override PartName="/ppt/tags/tag2724.xml" ContentType="application/vnd.openxmlformats-officedocument.presentationml.tags+xml"/>
  <Override PartName="/ppt/tags/tag2725.xml" ContentType="application/vnd.openxmlformats-officedocument.presentationml.tags+xml"/>
  <Override PartName="/ppt/tags/tag2726.xml" ContentType="application/vnd.openxmlformats-officedocument.presentationml.tags+xml"/>
  <Override PartName="/ppt/tags/tag2727.xml" ContentType="application/vnd.openxmlformats-officedocument.presentationml.tags+xml"/>
  <Override PartName="/ppt/tags/tag2728.xml" ContentType="application/vnd.openxmlformats-officedocument.presentationml.tags+xml"/>
  <Override PartName="/ppt/tags/tag2729.xml" ContentType="application/vnd.openxmlformats-officedocument.presentationml.tags+xml"/>
  <Override PartName="/ppt/tags/tag273.xml" ContentType="application/vnd.openxmlformats-officedocument.presentationml.tags+xml"/>
  <Override PartName="/ppt/tags/tag2730.xml" ContentType="application/vnd.openxmlformats-officedocument.presentationml.tags+xml"/>
  <Override PartName="/ppt/tags/tag2731.xml" ContentType="application/vnd.openxmlformats-officedocument.presentationml.tags+xml"/>
  <Override PartName="/ppt/tags/tag2732.xml" ContentType="application/vnd.openxmlformats-officedocument.presentationml.tags+xml"/>
  <Override PartName="/ppt/tags/tag2733.xml" ContentType="application/vnd.openxmlformats-officedocument.presentationml.tags+xml"/>
  <Override PartName="/ppt/tags/tag2734.xml" ContentType="application/vnd.openxmlformats-officedocument.presentationml.tags+xml"/>
  <Override PartName="/ppt/tags/tag2735.xml" ContentType="application/vnd.openxmlformats-officedocument.presentationml.tags+xml"/>
  <Override PartName="/ppt/tags/tag2736.xml" ContentType="application/vnd.openxmlformats-officedocument.presentationml.tags+xml"/>
  <Override PartName="/ppt/tags/tag2737.xml" ContentType="application/vnd.openxmlformats-officedocument.presentationml.tags+xml"/>
  <Override PartName="/ppt/tags/tag2738.xml" ContentType="application/vnd.openxmlformats-officedocument.presentationml.tags+xml"/>
  <Override PartName="/ppt/tags/tag2739.xml" ContentType="application/vnd.openxmlformats-officedocument.presentationml.tags+xml"/>
  <Override PartName="/ppt/tags/tag274.xml" ContentType="application/vnd.openxmlformats-officedocument.presentationml.tags+xml"/>
  <Override PartName="/ppt/tags/tag2740.xml" ContentType="application/vnd.openxmlformats-officedocument.presentationml.tags+xml"/>
  <Override PartName="/ppt/tags/tag2741.xml" ContentType="application/vnd.openxmlformats-officedocument.presentationml.tags+xml"/>
  <Override PartName="/ppt/tags/tag2742.xml" ContentType="application/vnd.openxmlformats-officedocument.presentationml.tags+xml"/>
  <Override PartName="/ppt/tags/tag2743.xml" ContentType="application/vnd.openxmlformats-officedocument.presentationml.tags+xml"/>
  <Override PartName="/ppt/tags/tag2744.xml" ContentType="application/vnd.openxmlformats-officedocument.presentationml.tags+xml"/>
  <Override PartName="/ppt/tags/tag2745.xml" ContentType="application/vnd.openxmlformats-officedocument.presentationml.tags+xml"/>
  <Override PartName="/ppt/tags/tag2746.xml" ContentType="application/vnd.openxmlformats-officedocument.presentationml.tags+xml"/>
  <Override PartName="/ppt/tags/tag2747.xml" ContentType="application/vnd.openxmlformats-officedocument.presentationml.tags+xml"/>
  <Override PartName="/ppt/tags/tag2748.xml" ContentType="application/vnd.openxmlformats-officedocument.presentationml.tags+xml"/>
  <Override PartName="/ppt/tags/tag2749.xml" ContentType="application/vnd.openxmlformats-officedocument.presentationml.tags+xml"/>
  <Override PartName="/ppt/tags/tag275.xml" ContentType="application/vnd.openxmlformats-officedocument.presentationml.tags+xml"/>
  <Override PartName="/ppt/tags/tag2750.xml" ContentType="application/vnd.openxmlformats-officedocument.presentationml.tags+xml"/>
  <Override PartName="/ppt/tags/tag2751.xml" ContentType="application/vnd.openxmlformats-officedocument.presentationml.tags+xml"/>
  <Override PartName="/ppt/tags/tag2752.xml" ContentType="application/vnd.openxmlformats-officedocument.presentationml.tags+xml"/>
  <Override PartName="/ppt/tags/tag2753.xml" ContentType="application/vnd.openxmlformats-officedocument.presentationml.tags+xml"/>
  <Override PartName="/ppt/tags/tag2754.xml" ContentType="application/vnd.openxmlformats-officedocument.presentationml.tags+xml"/>
  <Override PartName="/ppt/tags/tag2755.xml" ContentType="application/vnd.openxmlformats-officedocument.presentationml.tags+xml"/>
  <Override PartName="/ppt/tags/tag2756.xml" ContentType="application/vnd.openxmlformats-officedocument.presentationml.tags+xml"/>
  <Override PartName="/ppt/tags/tag2757.xml" ContentType="application/vnd.openxmlformats-officedocument.presentationml.tags+xml"/>
  <Override PartName="/ppt/tags/tag2758.xml" ContentType="application/vnd.openxmlformats-officedocument.presentationml.tags+xml"/>
  <Override PartName="/ppt/tags/tag2759.xml" ContentType="application/vnd.openxmlformats-officedocument.presentationml.tags+xml"/>
  <Override PartName="/ppt/tags/tag276.xml" ContentType="application/vnd.openxmlformats-officedocument.presentationml.tags+xml"/>
  <Override PartName="/ppt/tags/tag2760.xml" ContentType="application/vnd.openxmlformats-officedocument.presentationml.tags+xml"/>
  <Override PartName="/ppt/tags/tag2761.xml" ContentType="application/vnd.openxmlformats-officedocument.presentationml.tags+xml"/>
  <Override PartName="/ppt/tags/tag2762.xml" ContentType="application/vnd.openxmlformats-officedocument.presentationml.tags+xml"/>
  <Override PartName="/ppt/tags/tag2763.xml" ContentType="application/vnd.openxmlformats-officedocument.presentationml.tags+xml"/>
  <Override PartName="/ppt/tags/tag2764.xml" ContentType="application/vnd.openxmlformats-officedocument.presentationml.tags+xml"/>
  <Override PartName="/ppt/tags/tag2765.xml" ContentType="application/vnd.openxmlformats-officedocument.presentationml.tags+xml"/>
  <Override PartName="/ppt/tags/tag2766.xml" ContentType="application/vnd.openxmlformats-officedocument.presentationml.tags+xml"/>
  <Override PartName="/ppt/tags/tag2767.xml" ContentType="application/vnd.openxmlformats-officedocument.presentationml.tags+xml"/>
  <Override PartName="/ppt/tags/tag2768.xml" ContentType="application/vnd.openxmlformats-officedocument.presentationml.tags+xml"/>
  <Override PartName="/ppt/tags/tag2769.xml" ContentType="application/vnd.openxmlformats-officedocument.presentationml.tags+xml"/>
  <Override PartName="/ppt/tags/tag277.xml" ContentType="application/vnd.openxmlformats-officedocument.presentationml.tags+xml"/>
  <Override PartName="/ppt/tags/tag2770.xml" ContentType="application/vnd.openxmlformats-officedocument.presentationml.tags+xml"/>
  <Override PartName="/ppt/tags/tag2771.xml" ContentType="application/vnd.openxmlformats-officedocument.presentationml.tags+xml"/>
  <Override PartName="/ppt/tags/tag2772.xml" ContentType="application/vnd.openxmlformats-officedocument.presentationml.tags+xml"/>
  <Override PartName="/ppt/tags/tag2773.xml" ContentType="application/vnd.openxmlformats-officedocument.presentationml.tags+xml"/>
  <Override PartName="/ppt/tags/tag2774.xml" ContentType="application/vnd.openxmlformats-officedocument.presentationml.tags+xml"/>
  <Override PartName="/ppt/tags/tag2775.xml" ContentType="application/vnd.openxmlformats-officedocument.presentationml.tags+xml"/>
  <Override PartName="/ppt/tags/tag2776.xml" ContentType="application/vnd.openxmlformats-officedocument.presentationml.tags+xml"/>
  <Override PartName="/ppt/tags/tag2777.xml" ContentType="application/vnd.openxmlformats-officedocument.presentationml.tags+xml"/>
  <Override PartName="/ppt/tags/tag2778.xml" ContentType="application/vnd.openxmlformats-officedocument.presentationml.tags+xml"/>
  <Override PartName="/ppt/tags/tag2779.xml" ContentType="application/vnd.openxmlformats-officedocument.presentationml.tags+xml"/>
  <Override PartName="/ppt/tags/tag278.xml" ContentType="application/vnd.openxmlformats-officedocument.presentationml.tags+xml"/>
  <Override PartName="/ppt/tags/tag2780.xml" ContentType="application/vnd.openxmlformats-officedocument.presentationml.tags+xml"/>
  <Override PartName="/ppt/tags/tag2781.xml" ContentType="application/vnd.openxmlformats-officedocument.presentationml.tags+xml"/>
  <Override PartName="/ppt/tags/tag2782.xml" ContentType="application/vnd.openxmlformats-officedocument.presentationml.tags+xml"/>
  <Override PartName="/ppt/tags/tag2783.xml" ContentType="application/vnd.openxmlformats-officedocument.presentationml.tags+xml"/>
  <Override PartName="/ppt/tags/tag2784.xml" ContentType="application/vnd.openxmlformats-officedocument.presentationml.tags+xml"/>
  <Override PartName="/ppt/tags/tag2785.xml" ContentType="application/vnd.openxmlformats-officedocument.presentationml.tags+xml"/>
  <Override PartName="/ppt/tags/tag2786.xml" ContentType="application/vnd.openxmlformats-officedocument.presentationml.tags+xml"/>
  <Override PartName="/ppt/tags/tag2787.xml" ContentType="application/vnd.openxmlformats-officedocument.presentationml.tags+xml"/>
  <Override PartName="/ppt/tags/tag2788.xml" ContentType="application/vnd.openxmlformats-officedocument.presentationml.tags+xml"/>
  <Override PartName="/ppt/tags/tag2789.xml" ContentType="application/vnd.openxmlformats-officedocument.presentationml.tags+xml"/>
  <Override PartName="/ppt/tags/tag279.xml" ContentType="application/vnd.openxmlformats-officedocument.presentationml.tags+xml"/>
  <Override PartName="/ppt/tags/tag2790.xml" ContentType="application/vnd.openxmlformats-officedocument.presentationml.tags+xml"/>
  <Override PartName="/ppt/tags/tag2791.xml" ContentType="application/vnd.openxmlformats-officedocument.presentationml.tags+xml"/>
  <Override PartName="/ppt/tags/tag2792.xml" ContentType="application/vnd.openxmlformats-officedocument.presentationml.tags+xml"/>
  <Override PartName="/ppt/tags/tag2793.xml" ContentType="application/vnd.openxmlformats-officedocument.presentationml.tags+xml"/>
  <Override PartName="/ppt/tags/tag2794.xml" ContentType="application/vnd.openxmlformats-officedocument.presentationml.tags+xml"/>
  <Override PartName="/ppt/tags/tag2795.xml" ContentType="application/vnd.openxmlformats-officedocument.presentationml.tags+xml"/>
  <Override PartName="/ppt/tags/tag2796.xml" ContentType="application/vnd.openxmlformats-officedocument.presentationml.tags+xml"/>
  <Override PartName="/ppt/tags/tag2797.xml" ContentType="application/vnd.openxmlformats-officedocument.presentationml.tags+xml"/>
  <Override PartName="/ppt/tags/tag2798.xml" ContentType="application/vnd.openxmlformats-officedocument.presentationml.tags+xml"/>
  <Override PartName="/ppt/tags/tag279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00.xml" ContentType="application/vnd.openxmlformats-officedocument.presentationml.tags+xml"/>
  <Override PartName="/ppt/tags/tag2801.xml" ContentType="application/vnd.openxmlformats-officedocument.presentationml.tags+xml"/>
  <Override PartName="/ppt/tags/tag2802.xml" ContentType="application/vnd.openxmlformats-officedocument.presentationml.tags+xml"/>
  <Override PartName="/ppt/tags/tag2803.xml" ContentType="application/vnd.openxmlformats-officedocument.presentationml.tags+xml"/>
  <Override PartName="/ppt/tags/tag2804.xml" ContentType="application/vnd.openxmlformats-officedocument.presentationml.tags+xml"/>
  <Override PartName="/ppt/tags/tag2805.xml" ContentType="application/vnd.openxmlformats-officedocument.presentationml.tags+xml"/>
  <Override PartName="/ppt/tags/tag2806.xml" ContentType="application/vnd.openxmlformats-officedocument.presentationml.tags+xml"/>
  <Override PartName="/ppt/tags/tag2807.xml" ContentType="application/vnd.openxmlformats-officedocument.presentationml.tags+xml"/>
  <Override PartName="/ppt/tags/tag2808.xml" ContentType="application/vnd.openxmlformats-officedocument.presentationml.tags+xml"/>
  <Override PartName="/ppt/tags/tag2809.xml" ContentType="application/vnd.openxmlformats-officedocument.presentationml.tags+xml"/>
  <Override PartName="/ppt/tags/tag281.xml" ContentType="application/vnd.openxmlformats-officedocument.presentationml.tags+xml"/>
  <Override PartName="/ppt/tags/tag2810.xml" ContentType="application/vnd.openxmlformats-officedocument.presentationml.tags+xml"/>
  <Override PartName="/ppt/tags/tag2811.xml" ContentType="application/vnd.openxmlformats-officedocument.presentationml.tags+xml"/>
  <Override PartName="/ppt/tags/tag2812.xml" ContentType="application/vnd.openxmlformats-officedocument.presentationml.tags+xml"/>
  <Override PartName="/ppt/tags/tag2813.xml" ContentType="application/vnd.openxmlformats-officedocument.presentationml.tags+xml"/>
  <Override PartName="/ppt/tags/tag2814.xml" ContentType="application/vnd.openxmlformats-officedocument.presentationml.tags+xml"/>
  <Override PartName="/ppt/tags/tag2815.xml" ContentType="application/vnd.openxmlformats-officedocument.presentationml.tags+xml"/>
  <Override PartName="/ppt/tags/tag2816.xml" ContentType="application/vnd.openxmlformats-officedocument.presentationml.tags+xml"/>
  <Override PartName="/ppt/tags/tag2817.xml" ContentType="application/vnd.openxmlformats-officedocument.presentationml.tags+xml"/>
  <Override PartName="/ppt/tags/tag2818.xml" ContentType="application/vnd.openxmlformats-officedocument.presentationml.tags+xml"/>
  <Override PartName="/ppt/tags/tag2819.xml" ContentType="application/vnd.openxmlformats-officedocument.presentationml.tags+xml"/>
  <Override PartName="/ppt/tags/tag282.xml" ContentType="application/vnd.openxmlformats-officedocument.presentationml.tags+xml"/>
  <Override PartName="/ppt/tags/tag2820.xml" ContentType="application/vnd.openxmlformats-officedocument.presentationml.tags+xml"/>
  <Override PartName="/ppt/tags/tag2821.xml" ContentType="application/vnd.openxmlformats-officedocument.presentationml.tags+xml"/>
  <Override PartName="/ppt/tags/tag2822.xml" ContentType="application/vnd.openxmlformats-officedocument.presentationml.tags+xml"/>
  <Override PartName="/ppt/tags/tag2823.xml" ContentType="application/vnd.openxmlformats-officedocument.presentationml.tags+xml"/>
  <Override PartName="/ppt/tags/tag2824.xml" ContentType="application/vnd.openxmlformats-officedocument.presentationml.tags+xml"/>
  <Override PartName="/ppt/tags/tag2825.xml" ContentType="application/vnd.openxmlformats-officedocument.presentationml.tags+xml"/>
  <Override PartName="/ppt/tags/tag2826.xml" ContentType="application/vnd.openxmlformats-officedocument.presentationml.tags+xml"/>
  <Override PartName="/ppt/tags/tag2827.xml" ContentType="application/vnd.openxmlformats-officedocument.presentationml.tags+xml"/>
  <Override PartName="/ppt/tags/tag2828.xml" ContentType="application/vnd.openxmlformats-officedocument.presentationml.tags+xml"/>
  <Override PartName="/ppt/tags/tag2829.xml" ContentType="application/vnd.openxmlformats-officedocument.presentationml.tags+xml"/>
  <Override PartName="/ppt/tags/tag283.xml" ContentType="application/vnd.openxmlformats-officedocument.presentationml.tags+xml"/>
  <Override PartName="/ppt/tags/tag2830.xml" ContentType="application/vnd.openxmlformats-officedocument.presentationml.tags+xml"/>
  <Override PartName="/ppt/tags/tag2831.xml" ContentType="application/vnd.openxmlformats-officedocument.presentationml.tags+xml"/>
  <Override PartName="/ppt/tags/tag2832.xml" ContentType="application/vnd.openxmlformats-officedocument.presentationml.tags+xml"/>
  <Override PartName="/ppt/tags/tag2833.xml" ContentType="application/vnd.openxmlformats-officedocument.presentationml.tags+xml"/>
  <Override PartName="/ppt/tags/tag2834.xml" ContentType="application/vnd.openxmlformats-officedocument.presentationml.tags+xml"/>
  <Override PartName="/ppt/tags/tag2835.xml" ContentType="application/vnd.openxmlformats-officedocument.presentationml.tags+xml"/>
  <Override PartName="/ppt/tags/tag2836.xml" ContentType="application/vnd.openxmlformats-officedocument.presentationml.tags+xml"/>
  <Override PartName="/ppt/tags/tag2837.xml" ContentType="application/vnd.openxmlformats-officedocument.presentationml.tags+xml"/>
  <Override PartName="/ppt/tags/tag2838.xml" ContentType="application/vnd.openxmlformats-officedocument.presentationml.tags+xml"/>
  <Override PartName="/ppt/tags/tag2839.xml" ContentType="application/vnd.openxmlformats-officedocument.presentationml.tags+xml"/>
  <Override PartName="/ppt/tags/tag284.xml" ContentType="application/vnd.openxmlformats-officedocument.presentationml.tags+xml"/>
  <Override PartName="/ppt/tags/tag2840.xml" ContentType="application/vnd.openxmlformats-officedocument.presentationml.tags+xml"/>
  <Override PartName="/ppt/tags/tag2841.xml" ContentType="application/vnd.openxmlformats-officedocument.presentationml.tags+xml"/>
  <Override PartName="/ppt/tags/tag2842.xml" ContentType="application/vnd.openxmlformats-officedocument.presentationml.tags+xml"/>
  <Override PartName="/ppt/tags/tag2843.xml" ContentType="application/vnd.openxmlformats-officedocument.presentationml.tags+xml"/>
  <Override PartName="/ppt/tags/tag2844.xml" ContentType="application/vnd.openxmlformats-officedocument.presentationml.tags+xml"/>
  <Override PartName="/ppt/tags/tag2845.xml" ContentType="application/vnd.openxmlformats-officedocument.presentationml.tags+xml"/>
  <Override PartName="/ppt/tags/tag2846.xml" ContentType="application/vnd.openxmlformats-officedocument.presentationml.tags+xml"/>
  <Override PartName="/ppt/tags/tag2847.xml" ContentType="application/vnd.openxmlformats-officedocument.presentationml.tags+xml"/>
  <Override PartName="/ppt/tags/tag2848.xml" ContentType="application/vnd.openxmlformats-officedocument.presentationml.tags+xml"/>
  <Override PartName="/ppt/tags/tag2849.xml" ContentType="application/vnd.openxmlformats-officedocument.presentationml.tags+xml"/>
  <Override PartName="/ppt/tags/tag285.xml" ContentType="application/vnd.openxmlformats-officedocument.presentationml.tags+xml"/>
  <Override PartName="/ppt/tags/tag2850.xml" ContentType="application/vnd.openxmlformats-officedocument.presentationml.tags+xml"/>
  <Override PartName="/ppt/tags/tag2851.xml" ContentType="application/vnd.openxmlformats-officedocument.presentationml.tags+xml"/>
  <Override PartName="/ppt/tags/tag2852.xml" ContentType="application/vnd.openxmlformats-officedocument.presentationml.tags+xml"/>
  <Override PartName="/ppt/tags/tag2853.xml" ContentType="application/vnd.openxmlformats-officedocument.presentationml.tags+xml"/>
  <Override PartName="/ppt/tags/tag2854.xml" ContentType="application/vnd.openxmlformats-officedocument.presentationml.tags+xml"/>
  <Override PartName="/ppt/tags/tag2855.xml" ContentType="application/vnd.openxmlformats-officedocument.presentationml.tags+xml"/>
  <Override PartName="/ppt/tags/tag2856.xml" ContentType="application/vnd.openxmlformats-officedocument.presentationml.tags+xml"/>
  <Override PartName="/ppt/tags/tag2857.xml" ContentType="application/vnd.openxmlformats-officedocument.presentationml.tags+xml"/>
  <Override PartName="/ppt/tags/tag2858.xml" ContentType="application/vnd.openxmlformats-officedocument.presentationml.tags+xml"/>
  <Override PartName="/ppt/tags/tag2859.xml" ContentType="application/vnd.openxmlformats-officedocument.presentationml.tags+xml"/>
  <Override PartName="/ppt/tags/tag286.xml" ContentType="application/vnd.openxmlformats-officedocument.presentationml.tags+xml"/>
  <Override PartName="/ppt/tags/tag2860.xml" ContentType="application/vnd.openxmlformats-officedocument.presentationml.tags+xml"/>
  <Override PartName="/ppt/tags/tag2861.xml" ContentType="application/vnd.openxmlformats-officedocument.presentationml.tags+xml"/>
  <Override PartName="/ppt/tags/tag2862.xml" ContentType="application/vnd.openxmlformats-officedocument.presentationml.tags+xml"/>
  <Override PartName="/ppt/tags/tag2863.xml" ContentType="application/vnd.openxmlformats-officedocument.presentationml.tags+xml"/>
  <Override PartName="/ppt/tags/tag2864.xml" ContentType="application/vnd.openxmlformats-officedocument.presentationml.tags+xml"/>
  <Override PartName="/ppt/tags/tag2865.xml" ContentType="application/vnd.openxmlformats-officedocument.presentationml.tags+xml"/>
  <Override PartName="/ppt/tags/tag2866.xml" ContentType="application/vnd.openxmlformats-officedocument.presentationml.tags+xml"/>
  <Override PartName="/ppt/tags/tag2867.xml" ContentType="application/vnd.openxmlformats-officedocument.presentationml.tags+xml"/>
  <Override PartName="/ppt/tags/tag2868.xml" ContentType="application/vnd.openxmlformats-officedocument.presentationml.tags+xml"/>
  <Override PartName="/ppt/tags/tag2869.xml" ContentType="application/vnd.openxmlformats-officedocument.presentationml.tags+xml"/>
  <Override PartName="/ppt/tags/tag287.xml" ContentType="application/vnd.openxmlformats-officedocument.presentationml.tags+xml"/>
  <Override PartName="/ppt/tags/tag2870.xml" ContentType="application/vnd.openxmlformats-officedocument.presentationml.tags+xml"/>
  <Override PartName="/ppt/tags/tag2871.xml" ContentType="application/vnd.openxmlformats-officedocument.presentationml.tags+xml"/>
  <Override PartName="/ppt/tags/tag2872.xml" ContentType="application/vnd.openxmlformats-officedocument.presentationml.tags+xml"/>
  <Override PartName="/ppt/tags/tag2873.xml" ContentType="application/vnd.openxmlformats-officedocument.presentationml.tags+xml"/>
  <Override PartName="/ppt/tags/tag2874.xml" ContentType="application/vnd.openxmlformats-officedocument.presentationml.tags+xml"/>
  <Override PartName="/ppt/tags/tag2875.xml" ContentType="application/vnd.openxmlformats-officedocument.presentationml.tags+xml"/>
  <Override PartName="/ppt/tags/tag2876.xml" ContentType="application/vnd.openxmlformats-officedocument.presentationml.tags+xml"/>
  <Override PartName="/ppt/tags/tag2877.xml" ContentType="application/vnd.openxmlformats-officedocument.presentationml.tags+xml"/>
  <Override PartName="/ppt/tags/tag2878.xml" ContentType="application/vnd.openxmlformats-officedocument.presentationml.tags+xml"/>
  <Override PartName="/ppt/tags/tag2879.xml" ContentType="application/vnd.openxmlformats-officedocument.presentationml.tags+xml"/>
  <Override PartName="/ppt/tags/tag288.xml" ContentType="application/vnd.openxmlformats-officedocument.presentationml.tags+xml"/>
  <Override PartName="/ppt/tags/tag2880.xml" ContentType="application/vnd.openxmlformats-officedocument.presentationml.tags+xml"/>
  <Override PartName="/ppt/tags/tag2881.xml" ContentType="application/vnd.openxmlformats-officedocument.presentationml.tags+xml"/>
  <Override PartName="/ppt/tags/tag2882.xml" ContentType="application/vnd.openxmlformats-officedocument.presentationml.tags+xml"/>
  <Override PartName="/ppt/tags/tag2883.xml" ContentType="application/vnd.openxmlformats-officedocument.presentationml.tags+xml"/>
  <Override PartName="/ppt/tags/tag2884.xml" ContentType="application/vnd.openxmlformats-officedocument.presentationml.tags+xml"/>
  <Override PartName="/ppt/tags/tag2885.xml" ContentType="application/vnd.openxmlformats-officedocument.presentationml.tags+xml"/>
  <Override PartName="/ppt/tags/tag2886.xml" ContentType="application/vnd.openxmlformats-officedocument.presentationml.tags+xml"/>
  <Override PartName="/ppt/tags/tag2887.xml" ContentType="application/vnd.openxmlformats-officedocument.presentationml.tags+xml"/>
  <Override PartName="/ppt/tags/tag2888.xml" ContentType="application/vnd.openxmlformats-officedocument.presentationml.tags+xml"/>
  <Override PartName="/ppt/tags/tag2889.xml" ContentType="application/vnd.openxmlformats-officedocument.presentationml.tags+xml"/>
  <Override PartName="/ppt/tags/tag289.xml" ContentType="application/vnd.openxmlformats-officedocument.presentationml.tags+xml"/>
  <Override PartName="/ppt/tags/tag2890.xml" ContentType="application/vnd.openxmlformats-officedocument.presentationml.tags+xml"/>
  <Override PartName="/ppt/tags/tag2891.xml" ContentType="application/vnd.openxmlformats-officedocument.presentationml.tags+xml"/>
  <Override PartName="/ppt/tags/tag2892.xml" ContentType="application/vnd.openxmlformats-officedocument.presentationml.tags+xml"/>
  <Override PartName="/ppt/tags/tag2893.xml" ContentType="application/vnd.openxmlformats-officedocument.presentationml.tags+xml"/>
  <Override PartName="/ppt/tags/tag2894.xml" ContentType="application/vnd.openxmlformats-officedocument.presentationml.tags+xml"/>
  <Override PartName="/ppt/tags/tag2895.xml" ContentType="application/vnd.openxmlformats-officedocument.presentationml.tags+xml"/>
  <Override PartName="/ppt/tags/tag2896.xml" ContentType="application/vnd.openxmlformats-officedocument.presentationml.tags+xml"/>
  <Override PartName="/ppt/tags/tag2897.xml" ContentType="application/vnd.openxmlformats-officedocument.presentationml.tags+xml"/>
  <Override PartName="/ppt/tags/tag2898.xml" ContentType="application/vnd.openxmlformats-officedocument.presentationml.tags+xml"/>
  <Override PartName="/ppt/tags/tag289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00.xml" ContentType="application/vnd.openxmlformats-officedocument.presentationml.tags+xml"/>
  <Override PartName="/ppt/tags/tag2901.xml" ContentType="application/vnd.openxmlformats-officedocument.presentationml.tags+xml"/>
  <Override PartName="/ppt/tags/tag2902.xml" ContentType="application/vnd.openxmlformats-officedocument.presentationml.tags+xml"/>
  <Override PartName="/ppt/tags/tag2903.xml" ContentType="application/vnd.openxmlformats-officedocument.presentationml.tags+xml"/>
  <Override PartName="/ppt/tags/tag2904.xml" ContentType="application/vnd.openxmlformats-officedocument.presentationml.tags+xml"/>
  <Override PartName="/ppt/tags/tag2905.xml" ContentType="application/vnd.openxmlformats-officedocument.presentationml.tags+xml"/>
  <Override PartName="/ppt/tags/tag2906.xml" ContentType="application/vnd.openxmlformats-officedocument.presentationml.tags+xml"/>
  <Override PartName="/ppt/tags/tag2907.xml" ContentType="application/vnd.openxmlformats-officedocument.presentationml.tags+xml"/>
  <Override PartName="/ppt/tags/tag2908.xml" ContentType="application/vnd.openxmlformats-officedocument.presentationml.tags+xml"/>
  <Override PartName="/ppt/tags/tag2909.xml" ContentType="application/vnd.openxmlformats-officedocument.presentationml.tags+xml"/>
  <Override PartName="/ppt/tags/tag291.xml" ContentType="application/vnd.openxmlformats-officedocument.presentationml.tags+xml"/>
  <Override PartName="/ppt/tags/tag2910.xml" ContentType="application/vnd.openxmlformats-officedocument.presentationml.tags+xml"/>
  <Override PartName="/ppt/tags/tag2911.xml" ContentType="application/vnd.openxmlformats-officedocument.presentationml.tags+xml"/>
  <Override PartName="/ppt/tags/tag2912.xml" ContentType="application/vnd.openxmlformats-officedocument.presentationml.tags+xml"/>
  <Override PartName="/ppt/tags/tag2913.xml" ContentType="application/vnd.openxmlformats-officedocument.presentationml.tags+xml"/>
  <Override PartName="/ppt/tags/tag2914.xml" ContentType="application/vnd.openxmlformats-officedocument.presentationml.tags+xml"/>
  <Override PartName="/ppt/tags/tag2915.xml" ContentType="application/vnd.openxmlformats-officedocument.presentationml.tags+xml"/>
  <Override PartName="/ppt/tags/tag2916.xml" ContentType="application/vnd.openxmlformats-officedocument.presentationml.tags+xml"/>
  <Override PartName="/ppt/tags/tag2917.xml" ContentType="application/vnd.openxmlformats-officedocument.presentationml.tags+xml"/>
  <Override PartName="/ppt/tags/tag2918.xml" ContentType="application/vnd.openxmlformats-officedocument.presentationml.tags+xml"/>
  <Override PartName="/ppt/tags/tag2919.xml" ContentType="application/vnd.openxmlformats-officedocument.presentationml.tags+xml"/>
  <Override PartName="/ppt/tags/tag292.xml" ContentType="application/vnd.openxmlformats-officedocument.presentationml.tags+xml"/>
  <Override PartName="/ppt/tags/tag2920.xml" ContentType="application/vnd.openxmlformats-officedocument.presentationml.tags+xml"/>
  <Override PartName="/ppt/tags/tag2921.xml" ContentType="application/vnd.openxmlformats-officedocument.presentationml.tags+xml"/>
  <Override PartName="/ppt/tags/tag2922.xml" ContentType="application/vnd.openxmlformats-officedocument.presentationml.tags+xml"/>
  <Override PartName="/ppt/tags/tag2923.xml" ContentType="application/vnd.openxmlformats-officedocument.presentationml.tags+xml"/>
  <Override PartName="/ppt/tags/tag2924.xml" ContentType="application/vnd.openxmlformats-officedocument.presentationml.tags+xml"/>
  <Override PartName="/ppt/tags/tag2925.xml" ContentType="application/vnd.openxmlformats-officedocument.presentationml.tags+xml"/>
  <Override PartName="/ppt/tags/tag2926.xml" ContentType="application/vnd.openxmlformats-officedocument.presentationml.tags+xml"/>
  <Override PartName="/ppt/tags/tag2927.xml" ContentType="application/vnd.openxmlformats-officedocument.presentationml.tags+xml"/>
  <Override PartName="/ppt/tags/tag2928.xml" ContentType="application/vnd.openxmlformats-officedocument.presentationml.tags+xml"/>
  <Override PartName="/ppt/tags/tag2929.xml" ContentType="application/vnd.openxmlformats-officedocument.presentationml.tags+xml"/>
  <Override PartName="/ppt/tags/tag293.xml" ContentType="application/vnd.openxmlformats-officedocument.presentationml.tags+xml"/>
  <Override PartName="/ppt/tags/tag2930.xml" ContentType="application/vnd.openxmlformats-officedocument.presentationml.tags+xml"/>
  <Override PartName="/ppt/tags/tag2931.xml" ContentType="application/vnd.openxmlformats-officedocument.presentationml.tags+xml"/>
  <Override PartName="/ppt/tags/tag2932.xml" ContentType="application/vnd.openxmlformats-officedocument.presentationml.tags+xml"/>
  <Override PartName="/ppt/tags/tag2933.xml" ContentType="application/vnd.openxmlformats-officedocument.presentationml.tags+xml"/>
  <Override PartName="/ppt/tags/tag2934.xml" ContentType="application/vnd.openxmlformats-officedocument.presentationml.tags+xml"/>
  <Override PartName="/ppt/tags/tag2935.xml" ContentType="application/vnd.openxmlformats-officedocument.presentationml.tags+xml"/>
  <Override PartName="/ppt/tags/tag2936.xml" ContentType="application/vnd.openxmlformats-officedocument.presentationml.tags+xml"/>
  <Override PartName="/ppt/tags/tag2937.xml" ContentType="application/vnd.openxmlformats-officedocument.presentationml.tags+xml"/>
  <Override PartName="/ppt/tags/tag2938.xml" ContentType="application/vnd.openxmlformats-officedocument.presentationml.tags+xml"/>
  <Override PartName="/ppt/tags/tag2939.xml" ContentType="application/vnd.openxmlformats-officedocument.presentationml.tags+xml"/>
  <Override PartName="/ppt/tags/tag294.xml" ContentType="application/vnd.openxmlformats-officedocument.presentationml.tags+xml"/>
  <Override PartName="/ppt/tags/tag2940.xml" ContentType="application/vnd.openxmlformats-officedocument.presentationml.tags+xml"/>
  <Override PartName="/ppt/tags/tag2941.xml" ContentType="application/vnd.openxmlformats-officedocument.presentationml.tags+xml"/>
  <Override PartName="/ppt/tags/tag2942.xml" ContentType="application/vnd.openxmlformats-officedocument.presentationml.tags+xml"/>
  <Override PartName="/ppt/tags/tag2943.xml" ContentType="application/vnd.openxmlformats-officedocument.presentationml.tags+xml"/>
  <Override PartName="/ppt/tags/tag2944.xml" ContentType="application/vnd.openxmlformats-officedocument.presentationml.tags+xml"/>
  <Override PartName="/ppt/tags/tag2945.xml" ContentType="application/vnd.openxmlformats-officedocument.presentationml.tags+xml"/>
  <Override PartName="/ppt/tags/tag2946.xml" ContentType="application/vnd.openxmlformats-officedocument.presentationml.tags+xml"/>
  <Override PartName="/ppt/tags/tag2947.xml" ContentType="application/vnd.openxmlformats-officedocument.presentationml.tags+xml"/>
  <Override PartName="/ppt/tags/tag2948.xml" ContentType="application/vnd.openxmlformats-officedocument.presentationml.tags+xml"/>
  <Override PartName="/ppt/tags/tag2949.xml" ContentType="application/vnd.openxmlformats-officedocument.presentationml.tags+xml"/>
  <Override PartName="/ppt/tags/tag295.xml" ContentType="application/vnd.openxmlformats-officedocument.presentationml.tags+xml"/>
  <Override PartName="/ppt/tags/tag2950.xml" ContentType="application/vnd.openxmlformats-officedocument.presentationml.tags+xml"/>
  <Override PartName="/ppt/tags/tag2951.xml" ContentType="application/vnd.openxmlformats-officedocument.presentationml.tags+xml"/>
  <Override PartName="/ppt/tags/tag2952.xml" ContentType="application/vnd.openxmlformats-officedocument.presentationml.tags+xml"/>
  <Override PartName="/ppt/tags/tag2953.xml" ContentType="application/vnd.openxmlformats-officedocument.presentationml.tags+xml"/>
  <Override PartName="/ppt/tags/tag2954.xml" ContentType="application/vnd.openxmlformats-officedocument.presentationml.tags+xml"/>
  <Override PartName="/ppt/tags/tag2955.xml" ContentType="application/vnd.openxmlformats-officedocument.presentationml.tags+xml"/>
  <Override PartName="/ppt/tags/tag2956.xml" ContentType="application/vnd.openxmlformats-officedocument.presentationml.tags+xml"/>
  <Override PartName="/ppt/tags/tag2957.xml" ContentType="application/vnd.openxmlformats-officedocument.presentationml.tags+xml"/>
  <Override PartName="/ppt/tags/tag2958.xml" ContentType="application/vnd.openxmlformats-officedocument.presentationml.tags+xml"/>
  <Override PartName="/ppt/tags/tag2959.xml" ContentType="application/vnd.openxmlformats-officedocument.presentationml.tags+xml"/>
  <Override PartName="/ppt/tags/tag296.xml" ContentType="application/vnd.openxmlformats-officedocument.presentationml.tags+xml"/>
  <Override PartName="/ppt/tags/tag2960.xml" ContentType="application/vnd.openxmlformats-officedocument.presentationml.tags+xml"/>
  <Override PartName="/ppt/tags/tag2961.xml" ContentType="application/vnd.openxmlformats-officedocument.presentationml.tags+xml"/>
  <Override PartName="/ppt/tags/tag2962.xml" ContentType="application/vnd.openxmlformats-officedocument.presentationml.tags+xml"/>
  <Override PartName="/ppt/tags/tag2963.xml" ContentType="application/vnd.openxmlformats-officedocument.presentationml.tags+xml"/>
  <Override PartName="/ppt/tags/tag2964.xml" ContentType="application/vnd.openxmlformats-officedocument.presentationml.tags+xml"/>
  <Override PartName="/ppt/tags/tag2965.xml" ContentType="application/vnd.openxmlformats-officedocument.presentationml.tags+xml"/>
  <Override PartName="/ppt/tags/tag2966.xml" ContentType="application/vnd.openxmlformats-officedocument.presentationml.tags+xml"/>
  <Override PartName="/ppt/tags/tag2967.xml" ContentType="application/vnd.openxmlformats-officedocument.presentationml.tags+xml"/>
  <Override PartName="/ppt/tags/tag2968.xml" ContentType="application/vnd.openxmlformats-officedocument.presentationml.tags+xml"/>
  <Override PartName="/ppt/tags/tag2969.xml" ContentType="application/vnd.openxmlformats-officedocument.presentationml.tags+xml"/>
  <Override PartName="/ppt/tags/tag297.xml" ContentType="application/vnd.openxmlformats-officedocument.presentationml.tags+xml"/>
  <Override PartName="/ppt/tags/tag2970.xml" ContentType="application/vnd.openxmlformats-officedocument.presentationml.tags+xml"/>
  <Override PartName="/ppt/tags/tag2971.xml" ContentType="application/vnd.openxmlformats-officedocument.presentationml.tags+xml"/>
  <Override PartName="/ppt/tags/tag2972.xml" ContentType="application/vnd.openxmlformats-officedocument.presentationml.tags+xml"/>
  <Override PartName="/ppt/tags/tag2973.xml" ContentType="application/vnd.openxmlformats-officedocument.presentationml.tags+xml"/>
  <Override PartName="/ppt/tags/tag2974.xml" ContentType="application/vnd.openxmlformats-officedocument.presentationml.tags+xml"/>
  <Override PartName="/ppt/tags/tag2975.xml" ContentType="application/vnd.openxmlformats-officedocument.presentationml.tags+xml"/>
  <Override PartName="/ppt/tags/tag2976.xml" ContentType="application/vnd.openxmlformats-officedocument.presentationml.tags+xml"/>
  <Override PartName="/ppt/tags/tag2977.xml" ContentType="application/vnd.openxmlformats-officedocument.presentationml.tags+xml"/>
  <Override PartName="/ppt/tags/tag2978.xml" ContentType="application/vnd.openxmlformats-officedocument.presentationml.tags+xml"/>
  <Override PartName="/ppt/tags/tag2979.xml" ContentType="application/vnd.openxmlformats-officedocument.presentationml.tags+xml"/>
  <Override PartName="/ppt/tags/tag298.xml" ContentType="application/vnd.openxmlformats-officedocument.presentationml.tags+xml"/>
  <Override PartName="/ppt/tags/tag2980.xml" ContentType="application/vnd.openxmlformats-officedocument.presentationml.tags+xml"/>
  <Override PartName="/ppt/tags/tag2981.xml" ContentType="application/vnd.openxmlformats-officedocument.presentationml.tags+xml"/>
  <Override PartName="/ppt/tags/tag2982.xml" ContentType="application/vnd.openxmlformats-officedocument.presentationml.tags+xml"/>
  <Override PartName="/ppt/tags/tag2983.xml" ContentType="application/vnd.openxmlformats-officedocument.presentationml.tags+xml"/>
  <Override PartName="/ppt/tags/tag2984.xml" ContentType="application/vnd.openxmlformats-officedocument.presentationml.tags+xml"/>
  <Override PartName="/ppt/tags/tag2985.xml" ContentType="application/vnd.openxmlformats-officedocument.presentationml.tags+xml"/>
  <Override PartName="/ppt/tags/tag2986.xml" ContentType="application/vnd.openxmlformats-officedocument.presentationml.tags+xml"/>
  <Override PartName="/ppt/tags/tag2987.xml" ContentType="application/vnd.openxmlformats-officedocument.presentationml.tags+xml"/>
  <Override PartName="/ppt/tags/tag2988.xml" ContentType="application/vnd.openxmlformats-officedocument.presentationml.tags+xml"/>
  <Override PartName="/ppt/tags/tag2989.xml" ContentType="application/vnd.openxmlformats-officedocument.presentationml.tags+xml"/>
  <Override PartName="/ppt/tags/tag299.xml" ContentType="application/vnd.openxmlformats-officedocument.presentationml.tags+xml"/>
  <Override PartName="/ppt/tags/tag2990.xml" ContentType="application/vnd.openxmlformats-officedocument.presentationml.tags+xml"/>
  <Override PartName="/ppt/tags/tag2991.xml" ContentType="application/vnd.openxmlformats-officedocument.presentationml.tags+xml"/>
  <Override PartName="/ppt/tags/tag2992.xml" ContentType="application/vnd.openxmlformats-officedocument.presentationml.tags+xml"/>
  <Override PartName="/ppt/tags/tag2993.xml" ContentType="application/vnd.openxmlformats-officedocument.presentationml.tags+xml"/>
  <Override PartName="/ppt/tags/tag2994.xml" ContentType="application/vnd.openxmlformats-officedocument.presentationml.tags+xml"/>
  <Override PartName="/ppt/tags/tag2995.xml" ContentType="application/vnd.openxmlformats-officedocument.presentationml.tags+xml"/>
  <Override PartName="/ppt/tags/tag2996.xml" ContentType="application/vnd.openxmlformats-officedocument.presentationml.tags+xml"/>
  <Override PartName="/ppt/tags/tag2997.xml" ContentType="application/vnd.openxmlformats-officedocument.presentationml.tags+xml"/>
  <Override PartName="/ppt/tags/tag2998.xml" ContentType="application/vnd.openxmlformats-officedocument.presentationml.tags+xml"/>
  <Override PartName="/ppt/tags/tag29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00.xml" ContentType="application/vnd.openxmlformats-officedocument.presentationml.tags+xml"/>
  <Override PartName="/ppt/tags/tag3001.xml" ContentType="application/vnd.openxmlformats-officedocument.presentationml.tags+xml"/>
  <Override PartName="/ppt/tags/tag3002.xml" ContentType="application/vnd.openxmlformats-officedocument.presentationml.tags+xml"/>
  <Override PartName="/ppt/tags/tag3003.xml" ContentType="application/vnd.openxmlformats-officedocument.presentationml.tags+xml"/>
  <Override PartName="/ppt/tags/tag3004.xml" ContentType="application/vnd.openxmlformats-officedocument.presentationml.tags+xml"/>
  <Override PartName="/ppt/tags/tag3005.xml" ContentType="application/vnd.openxmlformats-officedocument.presentationml.tags+xml"/>
  <Override PartName="/ppt/tags/tag3006.xml" ContentType="application/vnd.openxmlformats-officedocument.presentationml.tags+xml"/>
  <Override PartName="/ppt/tags/tag3007.xml" ContentType="application/vnd.openxmlformats-officedocument.presentationml.tags+xml"/>
  <Override PartName="/ppt/tags/tag3008.xml" ContentType="application/vnd.openxmlformats-officedocument.presentationml.tags+xml"/>
  <Override PartName="/ppt/tags/tag3009.xml" ContentType="application/vnd.openxmlformats-officedocument.presentationml.tags+xml"/>
  <Override PartName="/ppt/tags/tag301.xml" ContentType="application/vnd.openxmlformats-officedocument.presentationml.tags+xml"/>
  <Override PartName="/ppt/tags/tag3010.xml" ContentType="application/vnd.openxmlformats-officedocument.presentationml.tags+xml"/>
  <Override PartName="/ppt/tags/tag3011.xml" ContentType="application/vnd.openxmlformats-officedocument.presentationml.tags+xml"/>
  <Override PartName="/ppt/tags/tag3012.xml" ContentType="application/vnd.openxmlformats-officedocument.presentationml.tags+xml"/>
  <Override PartName="/ppt/tags/tag3013.xml" ContentType="application/vnd.openxmlformats-officedocument.presentationml.tags+xml"/>
  <Override PartName="/ppt/tags/tag3014.xml" ContentType="application/vnd.openxmlformats-officedocument.presentationml.tags+xml"/>
  <Override PartName="/ppt/tags/tag3015.xml" ContentType="application/vnd.openxmlformats-officedocument.presentationml.tags+xml"/>
  <Override PartName="/ppt/tags/tag3016.xml" ContentType="application/vnd.openxmlformats-officedocument.presentationml.tags+xml"/>
  <Override PartName="/ppt/tags/tag3017.xml" ContentType="application/vnd.openxmlformats-officedocument.presentationml.tags+xml"/>
  <Override PartName="/ppt/tags/tag3018.xml" ContentType="application/vnd.openxmlformats-officedocument.presentationml.tags+xml"/>
  <Override PartName="/ppt/tags/tag3019.xml" ContentType="application/vnd.openxmlformats-officedocument.presentationml.tags+xml"/>
  <Override PartName="/ppt/tags/tag302.xml" ContentType="application/vnd.openxmlformats-officedocument.presentationml.tags+xml"/>
  <Override PartName="/ppt/tags/tag3020.xml" ContentType="application/vnd.openxmlformats-officedocument.presentationml.tags+xml"/>
  <Override PartName="/ppt/tags/tag3021.xml" ContentType="application/vnd.openxmlformats-officedocument.presentationml.tags+xml"/>
  <Override PartName="/ppt/tags/tag3022.xml" ContentType="application/vnd.openxmlformats-officedocument.presentationml.tags+xml"/>
  <Override PartName="/ppt/tags/tag3023.xml" ContentType="application/vnd.openxmlformats-officedocument.presentationml.tags+xml"/>
  <Override PartName="/ppt/tags/tag3024.xml" ContentType="application/vnd.openxmlformats-officedocument.presentationml.tags+xml"/>
  <Override PartName="/ppt/tags/tag3025.xml" ContentType="application/vnd.openxmlformats-officedocument.presentationml.tags+xml"/>
  <Override PartName="/ppt/tags/tag3026.xml" ContentType="application/vnd.openxmlformats-officedocument.presentationml.tags+xml"/>
  <Override PartName="/ppt/tags/tag3027.xml" ContentType="application/vnd.openxmlformats-officedocument.presentationml.tags+xml"/>
  <Override PartName="/ppt/tags/tag3028.xml" ContentType="application/vnd.openxmlformats-officedocument.presentationml.tags+xml"/>
  <Override PartName="/ppt/tags/tag3029.xml" ContentType="application/vnd.openxmlformats-officedocument.presentationml.tags+xml"/>
  <Override PartName="/ppt/tags/tag303.xml" ContentType="application/vnd.openxmlformats-officedocument.presentationml.tags+xml"/>
  <Override PartName="/ppt/tags/tag3030.xml" ContentType="application/vnd.openxmlformats-officedocument.presentationml.tags+xml"/>
  <Override PartName="/ppt/tags/tag3031.xml" ContentType="application/vnd.openxmlformats-officedocument.presentationml.tags+xml"/>
  <Override PartName="/ppt/tags/tag3032.xml" ContentType="application/vnd.openxmlformats-officedocument.presentationml.tags+xml"/>
  <Override PartName="/ppt/tags/tag3033.xml" ContentType="application/vnd.openxmlformats-officedocument.presentationml.tags+xml"/>
  <Override PartName="/ppt/tags/tag3034.xml" ContentType="application/vnd.openxmlformats-officedocument.presentationml.tags+xml"/>
  <Override PartName="/ppt/tags/tag3035.xml" ContentType="application/vnd.openxmlformats-officedocument.presentationml.tags+xml"/>
  <Override PartName="/ppt/tags/tag3036.xml" ContentType="application/vnd.openxmlformats-officedocument.presentationml.tags+xml"/>
  <Override PartName="/ppt/tags/tag3037.xml" ContentType="application/vnd.openxmlformats-officedocument.presentationml.tags+xml"/>
  <Override PartName="/ppt/tags/tag3038.xml" ContentType="application/vnd.openxmlformats-officedocument.presentationml.tags+xml"/>
  <Override PartName="/ppt/tags/tag3039.xml" ContentType="application/vnd.openxmlformats-officedocument.presentationml.tags+xml"/>
  <Override PartName="/ppt/tags/tag304.xml" ContentType="application/vnd.openxmlformats-officedocument.presentationml.tags+xml"/>
  <Override PartName="/ppt/tags/tag3040.xml" ContentType="application/vnd.openxmlformats-officedocument.presentationml.tags+xml"/>
  <Override PartName="/ppt/tags/tag3041.xml" ContentType="application/vnd.openxmlformats-officedocument.presentationml.tags+xml"/>
  <Override PartName="/ppt/tags/tag3042.xml" ContentType="application/vnd.openxmlformats-officedocument.presentationml.tags+xml"/>
  <Override PartName="/ppt/tags/tag3043.xml" ContentType="application/vnd.openxmlformats-officedocument.presentationml.tags+xml"/>
  <Override PartName="/ppt/tags/tag3044.xml" ContentType="application/vnd.openxmlformats-officedocument.presentationml.tags+xml"/>
  <Override PartName="/ppt/tags/tag3045.xml" ContentType="application/vnd.openxmlformats-officedocument.presentationml.tags+xml"/>
  <Override PartName="/ppt/tags/tag3046.xml" ContentType="application/vnd.openxmlformats-officedocument.presentationml.tags+xml"/>
  <Override PartName="/ppt/tags/tag3047.xml" ContentType="application/vnd.openxmlformats-officedocument.presentationml.tags+xml"/>
  <Override PartName="/ppt/tags/tag3048.xml" ContentType="application/vnd.openxmlformats-officedocument.presentationml.tags+xml"/>
  <Override PartName="/ppt/tags/tag3049.xml" ContentType="application/vnd.openxmlformats-officedocument.presentationml.tags+xml"/>
  <Override PartName="/ppt/tags/tag305.xml" ContentType="application/vnd.openxmlformats-officedocument.presentationml.tags+xml"/>
  <Override PartName="/ppt/tags/tag3050.xml" ContentType="application/vnd.openxmlformats-officedocument.presentationml.tags+xml"/>
  <Override PartName="/ppt/tags/tag3051.xml" ContentType="application/vnd.openxmlformats-officedocument.presentationml.tags+xml"/>
  <Override PartName="/ppt/tags/tag3052.xml" ContentType="application/vnd.openxmlformats-officedocument.presentationml.tags+xml"/>
  <Override PartName="/ppt/tags/tag3053.xml" ContentType="application/vnd.openxmlformats-officedocument.presentationml.tags+xml"/>
  <Override PartName="/ppt/tags/tag3054.xml" ContentType="application/vnd.openxmlformats-officedocument.presentationml.tags+xml"/>
  <Override PartName="/ppt/tags/tag3055.xml" ContentType="application/vnd.openxmlformats-officedocument.presentationml.tags+xml"/>
  <Override PartName="/ppt/tags/tag3056.xml" ContentType="application/vnd.openxmlformats-officedocument.presentationml.tags+xml"/>
  <Override PartName="/ppt/tags/tag3057.xml" ContentType="application/vnd.openxmlformats-officedocument.presentationml.tags+xml"/>
  <Override PartName="/ppt/tags/tag3058.xml" ContentType="application/vnd.openxmlformats-officedocument.presentationml.tags+xml"/>
  <Override PartName="/ppt/tags/tag3059.xml" ContentType="application/vnd.openxmlformats-officedocument.presentationml.tags+xml"/>
  <Override PartName="/ppt/tags/tag306.xml" ContentType="application/vnd.openxmlformats-officedocument.presentationml.tags+xml"/>
  <Override PartName="/ppt/tags/tag3060.xml" ContentType="application/vnd.openxmlformats-officedocument.presentationml.tags+xml"/>
  <Override PartName="/ppt/tags/tag3061.xml" ContentType="application/vnd.openxmlformats-officedocument.presentationml.tags+xml"/>
  <Override PartName="/ppt/tags/tag3062.xml" ContentType="application/vnd.openxmlformats-officedocument.presentationml.tags+xml"/>
  <Override PartName="/ppt/tags/tag3063.xml" ContentType="application/vnd.openxmlformats-officedocument.presentationml.tags+xml"/>
  <Override PartName="/ppt/tags/tag3064.xml" ContentType="application/vnd.openxmlformats-officedocument.presentationml.tags+xml"/>
  <Override PartName="/ppt/tags/tag3065.xml" ContentType="application/vnd.openxmlformats-officedocument.presentationml.tags+xml"/>
  <Override PartName="/ppt/tags/tag3066.xml" ContentType="application/vnd.openxmlformats-officedocument.presentationml.tags+xml"/>
  <Override PartName="/ppt/tags/tag3067.xml" ContentType="application/vnd.openxmlformats-officedocument.presentationml.tags+xml"/>
  <Override PartName="/ppt/tags/tag3068.xml" ContentType="application/vnd.openxmlformats-officedocument.presentationml.tags+xml"/>
  <Override PartName="/ppt/tags/tag3069.xml" ContentType="application/vnd.openxmlformats-officedocument.presentationml.tags+xml"/>
  <Override PartName="/ppt/tags/tag307.xml" ContentType="application/vnd.openxmlformats-officedocument.presentationml.tags+xml"/>
  <Override PartName="/ppt/tags/tag3070.xml" ContentType="application/vnd.openxmlformats-officedocument.presentationml.tags+xml"/>
  <Override PartName="/ppt/tags/tag3071.xml" ContentType="application/vnd.openxmlformats-officedocument.presentationml.tags+xml"/>
  <Override PartName="/ppt/tags/tag3072.xml" ContentType="application/vnd.openxmlformats-officedocument.presentationml.tags+xml"/>
  <Override PartName="/ppt/tags/tag3073.xml" ContentType="application/vnd.openxmlformats-officedocument.presentationml.tags+xml"/>
  <Override PartName="/ppt/tags/tag3074.xml" ContentType="application/vnd.openxmlformats-officedocument.presentationml.tags+xml"/>
  <Override PartName="/ppt/tags/tag3075.xml" ContentType="application/vnd.openxmlformats-officedocument.presentationml.tags+xml"/>
  <Override PartName="/ppt/tags/tag3076.xml" ContentType="application/vnd.openxmlformats-officedocument.presentationml.tags+xml"/>
  <Override PartName="/ppt/tags/tag3077.xml" ContentType="application/vnd.openxmlformats-officedocument.presentationml.tags+xml"/>
  <Override PartName="/ppt/tags/tag3078.xml" ContentType="application/vnd.openxmlformats-officedocument.presentationml.tags+xml"/>
  <Override PartName="/ppt/tags/tag3079.xml" ContentType="application/vnd.openxmlformats-officedocument.presentationml.tags+xml"/>
  <Override PartName="/ppt/tags/tag308.xml" ContentType="application/vnd.openxmlformats-officedocument.presentationml.tags+xml"/>
  <Override PartName="/ppt/tags/tag3080.xml" ContentType="application/vnd.openxmlformats-officedocument.presentationml.tags+xml"/>
  <Override PartName="/ppt/tags/tag3081.xml" ContentType="application/vnd.openxmlformats-officedocument.presentationml.tags+xml"/>
  <Override PartName="/ppt/tags/tag3082.xml" ContentType="application/vnd.openxmlformats-officedocument.presentationml.tags+xml"/>
  <Override PartName="/ppt/tags/tag3083.xml" ContentType="application/vnd.openxmlformats-officedocument.presentationml.tags+xml"/>
  <Override PartName="/ppt/tags/tag3084.xml" ContentType="application/vnd.openxmlformats-officedocument.presentationml.tags+xml"/>
  <Override PartName="/ppt/tags/tag3085.xml" ContentType="application/vnd.openxmlformats-officedocument.presentationml.tags+xml"/>
  <Override PartName="/ppt/tags/tag3086.xml" ContentType="application/vnd.openxmlformats-officedocument.presentationml.tags+xml"/>
  <Override PartName="/ppt/tags/tag3087.xml" ContentType="application/vnd.openxmlformats-officedocument.presentationml.tags+xml"/>
  <Override PartName="/ppt/tags/tag3088.xml" ContentType="application/vnd.openxmlformats-officedocument.presentationml.tags+xml"/>
  <Override PartName="/ppt/tags/tag3089.xml" ContentType="application/vnd.openxmlformats-officedocument.presentationml.tags+xml"/>
  <Override PartName="/ppt/tags/tag309.xml" ContentType="application/vnd.openxmlformats-officedocument.presentationml.tags+xml"/>
  <Override PartName="/ppt/tags/tag3090.xml" ContentType="application/vnd.openxmlformats-officedocument.presentationml.tags+xml"/>
  <Override PartName="/ppt/tags/tag3091.xml" ContentType="application/vnd.openxmlformats-officedocument.presentationml.tags+xml"/>
  <Override PartName="/ppt/tags/tag3092.xml" ContentType="application/vnd.openxmlformats-officedocument.presentationml.tags+xml"/>
  <Override PartName="/ppt/tags/tag3093.xml" ContentType="application/vnd.openxmlformats-officedocument.presentationml.tags+xml"/>
  <Override PartName="/ppt/tags/tag3094.xml" ContentType="application/vnd.openxmlformats-officedocument.presentationml.tags+xml"/>
  <Override PartName="/ppt/tags/tag3095.xml" ContentType="application/vnd.openxmlformats-officedocument.presentationml.tags+xml"/>
  <Override PartName="/ppt/tags/tag3096.xml" ContentType="application/vnd.openxmlformats-officedocument.presentationml.tags+xml"/>
  <Override PartName="/ppt/tags/tag3097.xml" ContentType="application/vnd.openxmlformats-officedocument.presentationml.tags+xml"/>
  <Override PartName="/ppt/tags/tag3098.xml" ContentType="application/vnd.openxmlformats-officedocument.presentationml.tags+xml"/>
  <Override PartName="/ppt/tags/tag309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00.xml" ContentType="application/vnd.openxmlformats-officedocument.presentationml.tags+xml"/>
  <Override PartName="/ppt/tags/tag3101.xml" ContentType="application/vnd.openxmlformats-officedocument.presentationml.tags+xml"/>
  <Override PartName="/ppt/tags/tag3102.xml" ContentType="application/vnd.openxmlformats-officedocument.presentationml.tags+xml"/>
  <Override PartName="/ppt/tags/tag3103.xml" ContentType="application/vnd.openxmlformats-officedocument.presentationml.tags+xml"/>
  <Override PartName="/ppt/tags/tag3104.xml" ContentType="application/vnd.openxmlformats-officedocument.presentationml.tags+xml"/>
  <Override PartName="/ppt/tags/tag3105.xml" ContentType="application/vnd.openxmlformats-officedocument.presentationml.tags+xml"/>
  <Override PartName="/ppt/tags/tag3106.xml" ContentType="application/vnd.openxmlformats-officedocument.presentationml.tags+xml"/>
  <Override PartName="/ppt/tags/tag3107.xml" ContentType="application/vnd.openxmlformats-officedocument.presentationml.tags+xml"/>
  <Override PartName="/ppt/tags/tag3108.xml" ContentType="application/vnd.openxmlformats-officedocument.presentationml.tags+xml"/>
  <Override PartName="/ppt/tags/tag3109.xml" ContentType="application/vnd.openxmlformats-officedocument.presentationml.tags+xml"/>
  <Override PartName="/ppt/tags/tag311.xml" ContentType="application/vnd.openxmlformats-officedocument.presentationml.tags+xml"/>
  <Override PartName="/ppt/tags/tag3110.xml" ContentType="application/vnd.openxmlformats-officedocument.presentationml.tags+xml"/>
  <Override PartName="/ppt/tags/tag3111.xml" ContentType="application/vnd.openxmlformats-officedocument.presentationml.tags+xml"/>
  <Override PartName="/ppt/tags/tag3112.xml" ContentType="application/vnd.openxmlformats-officedocument.presentationml.tags+xml"/>
  <Override PartName="/ppt/tags/tag3113.xml" ContentType="application/vnd.openxmlformats-officedocument.presentationml.tags+xml"/>
  <Override PartName="/ppt/tags/tag3114.xml" ContentType="application/vnd.openxmlformats-officedocument.presentationml.tags+xml"/>
  <Override PartName="/ppt/tags/tag3115.xml" ContentType="application/vnd.openxmlformats-officedocument.presentationml.tags+xml"/>
  <Override PartName="/ppt/tags/tag3116.xml" ContentType="application/vnd.openxmlformats-officedocument.presentationml.tags+xml"/>
  <Override PartName="/ppt/tags/tag3117.xml" ContentType="application/vnd.openxmlformats-officedocument.presentationml.tags+xml"/>
  <Override PartName="/ppt/tags/tag3118.xml" ContentType="application/vnd.openxmlformats-officedocument.presentationml.tags+xml"/>
  <Override PartName="/ppt/tags/tag3119.xml" ContentType="application/vnd.openxmlformats-officedocument.presentationml.tags+xml"/>
  <Override PartName="/ppt/tags/tag312.xml" ContentType="application/vnd.openxmlformats-officedocument.presentationml.tags+xml"/>
  <Override PartName="/ppt/tags/tag3120.xml" ContentType="application/vnd.openxmlformats-officedocument.presentationml.tags+xml"/>
  <Override PartName="/ppt/tags/tag3121.xml" ContentType="application/vnd.openxmlformats-officedocument.presentationml.tags+xml"/>
  <Override PartName="/ppt/tags/tag3122.xml" ContentType="application/vnd.openxmlformats-officedocument.presentationml.tags+xml"/>
  <Override PartName="/ppt/tags/tag3123.xml" ContentType="application/vnd.openxmlformats-officedocument.presentationml.tags+xml"/>
  <Override PartName="/ppt/tags/tag3124.xml" ContentType="application/vnd.openxmlformats-officedocument.presentationml.tags+xml"/>
  <Override PartName="/ppt/tags/tag3125.xml" ContentType="application/vnd.openxmlformats-officedocument.presentationml.tags+xml"/>
  <Override PartName="/ppt/tags/tag3126.xml" ContentType="application/vnd.openxmlformats-officedocument.presentationml.tags+xml"/>
  <Override PartName="/ppt/tags/tag3127.xml" ContentType="application/vnd.openxmlformats-officedocument.presentationml.tags+xml"/>
  <Override PartName="/ppt/tags/tag3128.xml" ContentType="application/vnd.openxmlformats-officedocument.presentationml.tags+xml"/>
  <Override PartName="/ppt/tags/tag3129.xml" ContentType="application/vnd.openxmlformats-officedocument.presentationml.tags+xml"/>
  <Override PartName="/ppt/tags/tag313.xml" ContentType="application/vnd.openxmlformats-officedocument.presentationml.tags+xml"/>
  <Override PartName="/ppt/tags/tag3130.xml" ContentType="application/vnd.openxmlformats-officedocument.presentationml.tags+xml"/>
  <Override PartName="/ppt/tags/tag3131.xml" ContentType="application/vnd.openxmlformats-officedocument.presentationml.tags+xml"/>
  <Override PartName="/ppt/tags/tag3132.xml" ContentType="application/vnd.openxmlformats-officedocument.presentationml.tags+xml"/>
  <Override PartName="/ppt/tags/tag3133.xml" ContentType="application/vnd.openxmlformats-officedocument.presentationml.tags+xml"/>
  <Override PartName="/ppt/tags/tag3134.xml" ContentType="application/vnd.openxmlformats-officedocument.presentationml.tags+xml"/>
  <Override PartName="/ppt/tags/tag3135.xml" ContentType="application/vnd.openxmlformats-officedocument.presentationml.tags+xml"/>
  <Override PartName="/ppt/tags/tag3136.xml" ContentType="application/vnd.openxmlformats-officedocument.presentationml.tags+xml"/>
  <Override PartName="/ppt/tags/tag3137.xml" ContentType="application/vnd.openxmlformats-officedocument.presentationml.tags+xml"/>
  <Override PartName="/ppt/tags/tag3138.xml" ContentType="application/vnd.openxmlformats-officedocument.presentationml.tags+xml"/>
  <Override PartName="/ppt/tags/tag3139.xml" ContentType="application/vnd.openxmlformats-officedocument.presentationml.tags+xml"/>
  <Override PartName="/ppt/tags/tag314.xml" ContentType="application/vnd.openxmlformats-officedocument.presentationml.tags+xml"/>
  <Override PartName="/ppt/tags/tag3140.xml" ContentType="application/vnd.openxmlformats-officedocument.presentationml.tags+xml"/>
  <Override PartName="/ppt/tags/tag3141.xml" ContentType="application/vnd.openxmlformats-officedocument.presentationml.tags+xml"/>
  <Override PartName="/ppt/tags/tag3142.xml" ContentType="application/vnd.openxmlformats-officedocument.presentationml.tags+xml"/>
  <Override PartName="/ppt/tags/tag3143.xml" ContentType="application/vnd.openxmlformats-officedocument.presentationml.tags+xml"/>
  <Override PartName="/ppt/tags/tag3144.xml" ContentType="application/vnd.openxmlformats-officedocument.presentationml.tags+xml"/>
  <Override PartName="/ppt/tags/tag3145.xml" ContentType="application/vnd.openxmlformats-officedocument.presentationml.tags+xml"/>
  <Override PartName="/ppt/tags/tag3146.xml" ContentType="application/vnd.openxmlformats-officedocument.presentationml.tags+xml"/>
  <Override PartName="/ppt/tags/tag3147.xml" ContentType="application/vnd.openxmlformats-officedocument.presentationml.tags+xml"/>
  <Override PartName="/ppt/tags/tag3148.xml" ContentType="application/vnd.openxmlformats-officedocument.presentationml.tags+xml"/>
  <Override PartName="/ppt/tags/tag3149.xml" ContentType="application/vnd.openxmlformats-officedocument.presentationml.tags+xml"/>
  <Override PartName="/ppt/tags/tag315.xml" ContentType="application/vnd.openxmlformats-officedocument.presentationml.tags+xml"/>
  <Override PartName="/ppt/tags/tag3150.xml" ContentType="application/vnd.openxmlformats-officedocument.presentationml.tags+xml"/>
  <Override PartName="/ppt/tags/tag3151.xml" ContentType="application/vnd.openxmlformats-officedocument.presentationml.tags+xml"/>
  <Override PartName="/ppt/tags/tag3152.xml" ContentType="application/vnd.openxmlformats-officedocument.presentationml.tags+xml"/>
  <Override PartName="/ppt/tags/tag3153.xml" ContentType="application/vnd.openxmlformats-officedocument.presentationml.tags+xml"/>
  <Override PartName="/ppt/tags/tag3154.xml" ContentType="application/vnd.openxmlformats-officedocument.presentationml.tags+xml"/>
  <Override PartName="/ppt/tags/tag3155.xml" ContentType="application/vnd.openxmlformats-officedocument.presentationml.tags+xml"/>
  <Override PartName="/ppt/tags/tag3156.xml" ContentType="application/vnd.openxmlformats-officedocument.presentationml.tags+xml"/>
  <Override PartName="/ppt/tags/tag3157.xml" ContentType="application/vnd.openxmlformats-officedocument.presentationml.tags+xml"/>
  <Override PartName="/ppt/tags/tag3158.xml" ContentType="application/vnd.openxmlformats-officedocument.presentationml.tags+xml"/>
  <Override PartName="/ppt/tags/tag3159.xml" ContentType="application/vnd.openxmlformats-officedocument.presentationml.tags+xml"/>
  <Override PartName="/ppt/tags/tag316.xml" ContentType="application/vnd.openxmlformats-officedocument.presentationml.tags+xml"/>
  <Override PartName="/ppt/tags/tag3160.xml" ContentType="application/vnd.openxmlformats-officedocument.presentationml.tags+xml"/>
  <Override PartName="/ppt/tags/tag3161.xml" ContentType="application/vnd.openxmlformats-officedocument.presentationml.tags+xml"/>
  <Override PartName="/ppt/tags/tag3162.xml" ContentType="application/vnd.openxmlformats-officedocument.presentationml.tags+xml"/>
  <Override PartName="/ppt/tags/tag3163.xml" ContentType="application/vnd.openxmlformats-officedocument.presentationml.tags+xml"/>
  <Override PartName="/ppt/tags/tag3164.xml" ContentType="application/vnd.openxmlformats-officedocument.presentationml.tags+xml"/>
  <Override PartName="/ppt/tags/tag3165.xml" ContentType="application/vnd.openxmlformats-officedocument.presentationml.tags+xml"/>
  <Override PartName="/ppt/tags/tag3166.xml" ContentType="application/vnd.openxmlformats-officedocument.presentationml.tags+xml"/>
  <Override PartName="/ppt/tags/tag3167.xml" ContentType="application/vnd.openxmlformats-officedocument.presentationml.tags+xml"/>
  <Override PartName="/ppt/tags/tag3168.xml" ContentType="application/vnd.openxmlformats-officedocument.presentationml.tags+xml"/>
  <Override PartName="/ppt/tags/tag3169.xml" ContentType="application/vnd.openxmlformats-officedocument.presentationml.tags+xml"/>
  <Override PartName="/ppt/tags/tag317.xml" ContentType="application/vnd.openxmlformats-officedocument.presentationml.tags+xml"/>
  <Override PartName="/ppt/tags/tag3170.xml" ContentType="application/vnd.openxmlformats-officedocument.presentationml.tags+xml"/>
  <Override PartName="/ppt/tags/tag3171.xml" ContentType="application/vnd.openxmlformats-officedocument.presentationml.tags+xml"/>
  <Override PartName="/ppt/tags/tag3172.xml" ContentType="application/vnd.openxmlformats-officedocument.presentationml.tags+xml"/>
  <Override PartName="/ppt/tags/tag3173.xml" ContentType="application/vnd.openxmlformats-officedocument.presentationml.tags+xml"/>
  <Override PartName="/ppt/tags/tag3174.xml" ContentType="application/vnd.openxmlformats-officedocument.presentationml.tags+xml"/>
  <Override PartName="/ppt/tags/tag3175.xml" ContentType="application/vnd.openxmlformats-officedocument.presentationml.tags+xml"/>
  <Override PartName="/ppt/tags/tag3176.xml" ContentType="application/vnd.openxmlformats-officedocument.presentationml.tags+xml"/>
  <Override PartName="/ppt/tags/tag3177.xml" ContentType="application/vnd.openxmlformats-officedocument.presentationml.tags+xml"/>
  <Override PartName="/ppt/tags/tag3178.xml" ContentType="application/vnd.openxmlformats-officedocument.presentationml.tags+xml"/>
  <Override PartName="/ppt/tags/tag3179.xml" ContentType="application/vnd.openxmlformats-officedocument.presentationml.tags+xml"/>
  <Override PartName="/ppt/tags/tag318.xml" ContentType="application/vnd.openxmlformats-officedocument.presentationml.tags+xml"/>
  <Override PartName="/ppt/tags/tag3180.xml" ContentType="application/vnd.openxmlformats-officedocument.presentationml.tags+xml"/>
  <Override PartName="/ppt/tags/tag3181.xml" ContentType="application/vnd.openxmlformats-officedocument.presentationml.tags+xml"/>
  <Override PartName="/ppt/tags/tag3182.xml" ContentType="application/vnd.openxmlformats-officedocument.presentationml.tags+xml"/>
  <Override PartName="/ppt/tags/tag3183.xml" ContentType="application/vnd.openxmlformats-officedocument.presentationml.tags+xml"/>
  <Override PartName="/ppt/tags/tag3184.xml" ContentType="application/vnd.openxmlformats-officedocument.presentationml.tags+xml"/>
  <Override PartName="/ppt/tags/tag3185.xml" ContentType="application/vnd.openxmlformats-officedocument.presentationml.tags+xml"/>
  <Override PartName="/ppt/tags/tag3186.xml" ContentType="application/vnd.openxmlformats-officedocument.presentationml.tags+xml"/>
  <Override PartName="/ppt/tags/tag3187.xml" ContentType="application/vnd.openxmlformats-officedocument.presentationml.tags+xml"/>
  <Override PartName="/ppt/tags/tag3188.xml" ContentType="application/vnd.openxmlformats-officedocument.presentationml.tags+xml"/>
  <Override PartName="/ppt/tags/tag3189.xml" ContentType="application/vnd.openxmlformats-officedocument.presentationml.tags+xml"/>
  <Override PartName="/ppt/tags/tag319.xml" ContentType="application/vnd.openxmlformats-officedocument.presentationml.tags+xml"/>
  <Override PartName="/ppt/tags/tag3190.xml" ContentType="application/vnd.openxmlformats-officedocument.presentationml.tags+xml"/>
  <Override PartName="/ppt/tags/tag3191.xml" ContentType="application/vnd.openxmlformats-officedocument.presentationml.tags+xml"/>
  <Override PartName="/ppt/tags/tag3192.xml" ContentType="application/vnd.openxmlformats-officedocument.presentationml.tags+xml"/>
  <Override PartName="/ppt/tags/tag3193.xml" ContentType="application/vnd.openxmlformats-officedocument.presentationml.tags+xml"/>
  <Override PartName="/ppt/tags/tag3194.xml" ContentType="application/vnd.openxmlformats-officedocument.presentationml.tags+xml"/>
  <Override PartName="/ppt/tags/tag3195.xml" ContentType="application/vnd.openxmlformats-officedocument.presentationml.tags+xml"/>
  <Override PartName="/ppt/tags/tag3196.xml" ContentType="application/vnd.openxmlformats-officedocument.presentationml.tags+xml"/>
  <Override PartName="/ppt/tags/tag3197.xml" ContentType="application/vnd.openxmlformats-officedocument.presentationml.tags+xml"/>
  <Override PartName="/ppt/tags/tag3198.xml" ContentType="application/vnd.openxmlformats-officedocument.presentationml.tags+xml"/>
  <Override PartName="/ppt/tags/tag319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00.xml" ContentType="application/vnd.openxmlformats-officedocument.presentationml.tags+xml"/>
  <Override PartName="/ppt/tags/tag3201.xml" ContentType="application/vnd.openxmlformats-officedocument.presentationml.tags+xml"/>
  <Override PartName="/ppt/tags/tag3202.xml" ContentType="application/vnd.openxmlformats-officedocument.presentationml.tags+xml"/>
  <Override PartName="/ppt/tags/tag3203.xml" ContentType="application/vnd.openxmlformats-officedocument.presentationml.tags+xml"/>
  <Override PartName="/ppt/tags/tag3204.xml" ContentType="application/vnd.openxmlformats-officedocument.presentationml.tags+xml"/>
  <Override PartName="/ppt/tags/tag3205.xml" ContentType="application/vnd.openxmlformats-officedocument.presentationml.tags+xml"/>
  <Override PartName="/ppt/tags/tag3206.xml" ContentType="application/vnd.openxmlformats-officedocument.presentationml.tags+xml"/>
  <Override PartName="/ppt/tags/tag3207.xml" ContentType="application/vnd.openxmlformats-officedocument.presentationml.tags+xml"/>
  <Override PartName="/ppt/tags/tag3208.xml" ContentType="application/vnd.openxmlformats-officedocument.presentationml.tags+xml"/>
  <Override PartName="/ppt/tags/tag3209.xml" ContentType="application/vnd.openxmlformats-officedocument.presentationml.tags+xml"/>
  <Override PartName="/ppt/tags/tag321.xml" ContentType="application/vnd.openxmlformats-officedocument.presentationml.tags+xml"/>
  <Override PartName="/ppt/tags/tag3210.xml" ContentType="application/vnd.openxmlformats-officedocument.presentationml.tags+xml"/>
  <Override PartName="/ppt/tags/tag3211.xml" ContentType="application/vnd.openxmlformats-officedocument.presentationml.tags+xml"/>
  <Override PartName="/ppt/tags/tag3212.xml" ContentType="application/vnd.openxmlformats-officedocument.presentationml.tags+xml"/>
  <Override PartName="/ppt/tags/tag3213.xml" ContentType="application/vnd.openxmlformats-officedocument.presentationml.tags+xml"/>
  <Override PartName="/ppt/tags/tag3214.xml" ContentType="application/vnd.openxmlformats-officedocument.presentationml.tags+xml"/>
  <Override PartName="/ppt/tags/tag3215.xml" ContentType="application/vnd.openxmlformats-officedocument.presentationml.tags+xml"/>
  <Override PartName="/ppt/tags/tag3216.xml" ContentType="application/vnd.openxmlformats-officedocument.presentationml.tags+xml"/>
  <Override PartName="/ppt/tags/tag3217.xml" ContentType="application/vnd.openxmlformats-officedocument.presentationml.tags+xml"/>
  <Override PartName="/ppt/tags/tag3218.xml" ContentType="application/vnd.openxmlformats-officedocument.presentationml.tags+xml"/>
  <Override PartName="/ppt/tags/tag3219.xml" ContentType="application/vnd.openxmlformats-officedocument.presentationml.tags+xml"/>
  <Override PartName="/ppt/tags/tag322.xml" ContentType="application/vnd.openxmlformats-officedocument.presentationml.tags+xml"/>
  <Override PartName="/ppt/tags/tag3220.xml" ContentType="application/vnd.openxmlformats-officedocument.presentationml.tags+xml"/>
  <Override PartName="/ppt/tags/tag3221.xml" ContentType="application/vnd.openxmlformats-officedocument.presentationml.tags+xml"/>
  <Override PartName="/ppt/tags/tag3222.xml" ContentType="application/vnd.openxmlformats-officedocument.presentationml.tags+xml"/>
  <Override PartName="/ppt/tags/tag3223.xml" ContentType="application/vnd.openxmlformats-officedocument.presentationml.tags+xml"/>
  <Override PartName="/ppt/tags/tag3224.xml" ContentType="application/vnd.openxmlformats-officedocument.presentationml.tags+xml"/>
  <Override PartName="/ppt/tags/tag3225.xml" ContentType="application/vnd.openxmlformats-officedocument.presentationml.tags+xml"/>
  <Override PartName="/ppt/tags/tag3226.xml" ContentType="application/vnd.openxmlformats-officedocument.presentationml.tags+xml"/>
  <Override PartName="/ppt/tags/tag3227.xml" ContentType="application/vnd.openxmlformats-officedocument.presentationml.tags+xml"/>
  <Override PartName="/ppt/tags/tag3228.xml" ContentType="application/vnd.openxmlformats-officedocument.presentationml.tags+xml"/>
  <Override PartName="/ppt/tags/tag3229.xml" ContentType="application/vnd.openxmlformats-officedocument.presentationml.tags+xml"/>
  <Override PartName="/ppt/tags/tag323.xml" ContentType="application/vnd.openxmlformats-officedocument.presentationml.tags+xml"/>
  <Override PartName="/ppt/tags/tag3230.xml" ContentType="application/vnd.openxmlformats-officedocument.presentationml.tags+xml"/>
  <Override PartName="/ppt/tags/tag3231.xml" ContentType="application/vnd.openxmlformats-officedocument.presentationml.tags+xml"/>
  <Override PartName="/ppt/tags/tag3232.xml" ContentType="application/vnd.openxmlformats-officedocument.presentationml.tags+xml"/>
  <Override PartName="/ppt/tags/tag3233.xml" ContentType="application/vnd.openxmlformats-officedocument.presentationml.tags+xml"/>
  <Override PartName="/ppt/tags/tag3234.xml" ContentType="application/vnd.openxmlformats-officedocument.presentationml.tags+xml"/>
  <Override PartName="/ppt/tags/tag3235.xml" ContentType="application/vnd.openxmlformats-officedocument.presentationml.tags+xml"/>
  <Override PartName="/ppt/tags/tag3236.xml" ContentType="application/vnd.openxmlformats-officedocument.presentationml.tags+xml"/>
  <Override PartName="/ppt/tags/tag3237.xml" ContentType="application/vnd.openxmlformats-officedocument.presentationml.tags+xml"/>
  <Override PartName="/ppt/tags/tag3238.xml" ContentType="application/vnd.openxmlformats-officedocument.presentationml.tags+xml"/>
  <Override PartName="/ppt/tags/tag3239.xml" ContentType="application/vnd.openxmlformats-officedocument.presentationml.tags+xml"/>
  <Override PartName="/ppt/tags/tag324.xml" ContentType="application/vnd.openxmlformats-officedocument.presentationml.tags+xml"/>
  <Override PartName="/ppt/tags/tag3240.xml" ContentType="application/vnd.openxmlformats-officedocument.presentationml.tags+xml"/>
  <Override PartName="/ppt/tags/tag3241.xml" ContentType="application/vnd.openxmlformats-officedocument.presentationml.tags+xml"/>
  <Override PartName="/ppt/tags/tag3242.xml" ContentType="application/vnd.openxmlformats-officedocument.presentationml.tags+xml"/>
  <Override PartName="/ppt/tags/tag3243.xml" ContentType="application/vnd.openxmlformats-officedocument.presentationml.tags+xml"/>
  <Override PartName="/ppt/tags/tag3244.xml" ContentType="application/vnd.openxmlformats-officedocument.presentationml.tags+xml"/>
  <Override PartName="/ppt/tags/tag3245.xml" ContentType="application/vnd.openxmlformats-officedocument.presentationml.tags+xml"/>
  <Override PartName="/ppt/tags/tag3246.xml" ContentType="application/vnd.openxmlformats-officedocument.presentationml.tags+xml"/>
  <Override PartName="/ppt/tags/tag3247.xml" ContentType="application/vnd.openxmlformats-officedocument.presentationml.tags+xml"/>
  <Override PartName="/ppt/tags/tag3248.xml" ContentType="application/vnd.openxmlformats-officedocument.presentationml.tags+xml"/>
  <Override PartName="/ppt/tags/tag3249.xml" ContentType="application/vnd.openxmlformats-officedocument.presentationml.tags+xml"/>
  <Override PartName="/ppt/tags/tag325.xml" ContentType="application/vnd.openxmlformats-officedocument.presentationml.tags+xml"/>
  <Override PartName="/ppt/tags/tag3250.xml" ContentType="application/vnd.openxmlformats-officedocument.presentationml.tags+xml"/>
  <Override PartName="/ppt/tags/tag3251.xml" ContentType="application/vnd.openxmlformats-officedocument.presentationml.tags+xml"/>
  <Override PartName="/ppt/tags/tag3252.xml" ContentType="application/vnd.openxmlformats-officedocument.presentationml.tags+xml"/>
  <Override PartName="/ppt/tags/tag3253.xml" ContentType="application/vnd.openxmlformats-officedocument.presentationml.tags+xml"/>
  <Override PartName="/ppt/tags/tag3254.xml" ContentType="application/vnd.openxmlformats-officedocument.presentationml.tags+xml"/>
  <Override PartName="/ppt/tags/tag3255.xml" ContentType="application/vnd.openxmlformats-officedocument.presentationml.tags+xml"/>
  <Override PartName="/ppt/tags/tag3256.xml" ContentType="application/vnd.openxmlformats-officedocument.presentationml.tags+xml"/>
  <Override PartName="/ppt/tags/tag3257.xml" ContentType="application/vnd.openxmlformats-officedocument.presentationml.tags+xml"/>
  <Override PartName="/ppt/tags/tag3258.xml" ContentType="application/vnd.openxmlformats-officedocument.presentationml.tags+xml"/>
  <Override PartName="/ppt/tags/tag3259.xml" ContentType="application/vnd.openxmlformats-officedocument.presentationml.tags+xml"/>
  <Override PartName="/ppt/tags/tag326.xml" ContentType="application/vnd.openxmlformats-officedocument.presentationml.tags+xml"/>
  <Override PartName="/ppt/tags/tag3260.xml" ContentType="application/vnd.openxmlformats-officedocument.presentationml.tags+xml"/>
  <Override PartName="/ppt/tags/tag3261.xml" ContentType="application/vnd.openxmlformats-officedocument.presentationml.tags+xml"/>
  <Override PartName="/ppt/tags/tag3262.xml" ContentType="application/vnd.openxmlformats-officedocument.presentationml.tags+xml"/>
  <Override PartName="/ppt/tags/tag3263.xml" ContentType="application/vnd.openxmlformats-officedocument.presentationml.tags+xml"/>
  <Override PartName="/ppt/tags/tag3264.xml" ContentType="application/vnd.openxmlformats-officedocument.presentationml.tags+xml"/>
  <Override PartName="/ppt/tags/tag3265.xml" ContentType="application/vnd.openxmlformats-officedocument.presentationml.tags+xml"/>
  <Override PartName="/ppt/tags/tag3266.xml" ContentType="application/vnd.openxmlformats-officedocument.presentationml.tags+xml"/>
  <Override PartName="/ppt/tags/tag3267.xml" ContentType="application/vnd.openxmlformats-officedocument.presentationml.tags+xml"/>
  <Override PartName="/ppt/tags/tag3268.xml" ContentType="application/vnd.openxmlformats-officedocument.presentationml.tags+xml"/>
  <Override PartName="/ppt/tags/tag3269.xml" ContentType="application/vnd.openxmlformats-officedocument.presentationml.tags+xml"/>
  <Override PartName="/ppt/tags/tag327.xml" ContentType="application/vnd.openxmlformats-officedocument.presentationml.tags+xml"/>
  <Override PartName="/ppt/tags/tag3270.xml" ContentType="application/vnd.openxmlformats-officedocument.presentationml.tags+xml"/>
  <Override PartName="/ppt/tags/tag3271.xml" ContentType="application/vnd.openxmlformats-officedocument.presentationml.tags+xml"/>
  <Override PartName="/ppt/tags/tag3272.xml" ContentType="application/vnd.openxmlformats-officedocument.presentationml.tags+xml"/>
  <Override PartName="/ppt/tags/tag3273.xml" ContentType="application/vnd.openxmlformats-officedocument.presentationml.tags+xml"/>
  <Override PartName="/ppt/tags/tag3274.xml" ContentType="application/vnd.openxmlformats-officedocument.presentationml.tags+xml"/>
  <Override PartName="/ppt/tags/tag3275.xml" ContentType="application/vnd.openxmlformats-officedocument.presentationml.tags+xml"/>
  <Override PartName="/ppt/tags/tag3276.xml" ContentType="application/vnd.openxmlformats-officedocument.presentationml.tags+xml"/>
  <Override PartName="/ppt/tags/tag3277.xml" ContentType="application/vnd.openxmlformats-officedocument.presentationml.tags+xml"/>
  <Override PartName="/ppt/tags/tag3278.xml" ContentType="application/vnd.openxmlformats-officedocument.presentationml.tags+xml"/>
  <Override PartName="/ppt/tags/tag3279.xml" ContentType="application/vnd.openxmlformats-officedocument.presentationml.tags+xml"/>
  <Override PartName="/ppt/tags/tag328.xml" ContentType="application/vnd.openxmlformats-officedocument.presentationml.tags+xml"/>
  <Override PartName="/ppt/tags/tag3280.xml" ContentType="application/vnd.openxmlformats-officedocument.presentationml.tags+xml"/>
  <Override PartName="/ppt/tags/tag3281.xml" ContentType="application/vnd.openxmlformats-officedocument.presentationml.tags+xml"/>
  <Override PartName="/ppt/tags/tag3282.xml" ContentType="application/vnd.openxmlformats-officedocument.presentationml.tags+xml"/>
  <Override PartName="/ppt/tags/tag3283.xml" ContentType="application/vnd.openxmlformats-officedocument.presentationml.tags+xml"/>
  <Override PartName="/ppt/tags/tag3284.xml" ContentType="application/vnd.openxmlformats-officedocument.presentationml.tags+xml"/>
  <Override PartName="/ppt/tags/tag3285.xml" ContentType="application/vnd.openxmlformats-officedocument.presentationml.tags+xml"/>
  <Override PartName="/ppt/tags/tag3286.xml" ContentType="application/vnd.openxmlformats-officedocument.presentationml.tags+xml"/>
  <Override PartName="/ppt/tags/tag3287.xml" ContentType="application/vnd.openxmlformats-officedocument.presentationml.tags+xml"/>
  <Override PartName="/ppt/tags/tag3288.xml" ContentType="application/vnd.openxmlformats-officedocument.presentationml.tags+xml"/>
  <Override PartName="/ppt/tags/tag3289.xml" ContentType="application/vnd.openxmlformats-officedocument.presentationml.tags+xml"/>
  <Override PartName="/ppt/tags/tag329.xml" ContentType="application/vnd.openxmlformats-officedocument.presentationml.tags+xml"/>
  <Override PartName="/ppt/tags/tag3290.xml" ContentType="application/vnd.openxmlformats-officedocument.presentationml.tags+xml"/>
  <Override PartName="/ppt/tags/tag3291.xml" ContentType="application/vnd.openxmlformats-officedocument.presentationml.tags+xml"/>
  <Override PartName="/ppt/tags/tag3292.xml" ContentType="application/vnd.openxmlformats-officedocument.presentationml.tags+xml"/>
  <Override PartName="/ppt/tags/tag3293.xml" ContentType="application/vnd.openxmlformats-officedocument.presentationml.tags+xml"/>
  <Override PartName="/ppt/tags/tag3294.xml" ContentType="application/vnd.openxmlformats-officedocument.presentationml.tags+xml"/>
  <Override PartName="/ppt/tags/tag3295.xml" ContentType="application/vnd.openxmlformats-officedocument.presentationml.tags+xml"/>
  <Override PartName="/ppt/tags/tag3296.xml" ContentType="application/vnd.openxmlformats-officedocument.presentationml.tags+xml"/>
  <Override PartName="/ppt/tags/tag3297.xml" ContentType="application/vnd.openxmlformats-officedocument.presentationml.tags+xml"/>
  <Override PartName="/ppt/tags/tag3298.xml" ContentType="application/vnd.openxmlformats-officedocument.presentationml.tags+xml"/>
  <Override PartName="/ppt/tags/tag329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00.xml" ContentType="application/vnd.openxmlformats-officedocument.presentationml.tags+xml"/>
  <Override PartName="/ppt/tags/tag3301.xml" ContentType="application/vnd.openxmlformats-officedocument.presentationml.tags+xml"/>
  <Override PartName="/ppt/tags/tag3302.xml" ContentType="application/vnd.openxmlformats-officedocument.presentationml.tags+xml"/>
  <Override PartName="/ppt/tags/tag3303.xml" ContentType="application/vnd.openxmlformats-officedocument.presentationml.tags+xml"/>
  <Override PartName="/ppt/tags/tag3304.xml" ContentType="application/vnd.openxmlformats-officedocument.presentationml.tags+xml"/>
  <Override PartName="/ppt/tags/tag3305.xml" ContentType="application/vnd.openxmlformats-officedocument.presentationml.tags+xml"/>
  <Override PartName="/ppt/tags/tag3306.xml" ContentType="application/vnd.openxmlformats-officedocument.presentationml.tags+xml"/>
  <Override PartName="/ppt/tags/tag3307.xml" ContentType="application/vnd.openxmlformats-officedocument.presentationml.tags+xml"/>
  <Override PartName="/ppt/tags/tag3308.xml" ContentType="application/vnd.openxmlformats-officedocument.presentationml.tags+xml"/>
  <Override PartName="/ppt/tags/tag3309.xml" ContentType="application/vnd.openxmlformats-officedocument.presentationml.tags+xml"/>
  <Override PartName="/ppt/tags/tag331.xml" ContentType="application/vnd.openxmlformats-officedocument.presentationml.tags+xml"/>
  <Override PartName="/ppt/tags/tag3310.xml" ContentType="application/vnd.openxmlformats-officedocument.presentationml.tags+xml"/>
  <Override PartName="/ppt/tags/tag3311.xml" ContentType="application/vnd.openxmlformats-officedocument.presentationml.tags+xml"/>
  <Override PartName="/ppt/tags/tag3312.xml" ContentType="application/vnd.openxmlformats-officedocument.presentationml.tags+xml"/>
  <Override PartName="/ppt/tags/tag3313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  <p:sldMasterId id="2147483679" r:id="rId4"/>
    <p:sldMasterId id="2147483698" r:id="rId5"/>
    <p:sldMasterId id="2147483717" r:id="rId6"/>
    <p:sldMasterId id="2147483736" r:id="rId7"/>
    <p:sldMasterId id="2147483755" r:id="rId8"/>
    <p:sldMasterId id="2147483774" r:id="rId9"/>
    <p:sldMasterId id="2147483793" r:id="rId10"/>
    <p:sldMasterId id="2147483812" r:id="rId11"/>
    <p:sldMasterId id="2147483831" r:id="rId12"/>
    <p:sldMasterId id="2147483850" r:id="rId13"/>
    <p:sldMasterId id="2147483869" r:id="rId14"/>
    <p:sldMasterId id="2147483888" r:id="rId15"/>
    <p:sldMasterId id="2147483907" r:id="rId16"/>
    <p:sldMasterId id="2147483926" r:id="rId17"/>
    <p:sldMasterId id="2147483945" r:id="rId18"/>
    <p:sldMasterId id="2147483964" r:id="rId19"/>
    <p:sldMasterId id="2147483983" r:id="rId20"/>
    <p:sldMasterId id="2147484002" r:id="rId21"/>
    <p:sldMasterId id="2147484021" r:id="rId22"/>
    <p:sldMasterId id="2147484040" r:id="rId23"/>
    <p:sldMasterId id="2147484059" r:id="rId24"/>
    <p:sldMasterId id="2147484078" r:id="rId25"/>
  </p:sldMasterIdLst>
  <p:notesMasterIdLst>
    <p:notesMasterId r:id="rId27"/>
  </p:notesMasterIdLst>
  <p:handoutMasterIdLst>
    <p:handoutMasterId r:id="rId62"/>
  </p:handoutMasterIdLst>
  <p:sldIdLst>
    <p:sldId id="398" r:id="rId26"/>
    <p:sldId id="300" r:id="rId28"/>
    <p:sldId id="301" r:id="rId29"/>
    <p:sldId id="399" r:id="rId30"/>
    <p:sldId id="423" r:id="rId31"/>
    <p:sldId id="403" r:id="rId32"/>
    <p:sldId id="465" r:id="rId33"/>
    <p:sldId id="404" r:id="rId34"/>
    <p:sldId id="406" r:id="rId35"/>
    <p:sldId id="451" r:id="rId36"/>
    <p:sldId id="413" r:id="rId37"/>
    <p:sldId id="442" r:id="rId38"/>
    <p:sldId id="466" r:id="rId39"/>
    <p:sldId id="441" r:id="rId40"/>
    <p:sldId id="409" r:id="rId41"/>
    <p:sldId id="467" r:id="rId42"/>
    <p:sldId id="415" r:id="rId43"/>
    <p:sldId id="452" r:id="rId44"/>
    <p:sldId id="424" r:id="rId45"/>
    <p:sldId id="426" r:id="rId46"/>
    <p:sldId id="453" r:id="rId47"/>
    <p:sldId id="425" r:id="rId48"/>
    <p:sldId id="469" r:id="rId49"/>
    <p:sldId id="456" r:id="rId50"/>
    <p:sldId id="432" r:id="rId51"/>
    <p:sldId id="447" r:id="rId52"/>
    <p:sldId id="461" r:id="rId53"/>
    <p:sldId id="471" r:id="rId54"/>
    <p:sldId id="462" r:id="rId55"/>
    <p:sldId id="458" r:id="rId56"/>
    <p:sldId id="463" r:id="rId57"/>
    <p:sldId id="464" r:id="rId58"/>
    <p:sldId id="470" r:id="rId59"/>
    <p:sldId id="468" r:id="rId60"/>
    <p:sldId id="316" r:id="rId61"/>
  </p:sldIdLst>
  <p:sldSz cx="12192000" cy="6858000"/>
  <p:notesSz cx="6858000" cy="9144000"/>
  <p:embeddedFontLst>
    <p:embeddedFont>
      <p:font typeface="微软雅黑" panose="020B0503020204020204" charset="-122"/>
      <p:regular r:id="rId67"/>
    </p:embeddedFont>
    <p:embeddedFont>
      <p:font typeface="汉仪力量黑简" panose="00020600040101010101" charset="-122"/>
      <p:regular r:id="rId68"/>
    </p:embeddedFont>
  </p:embeddedFontLst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FFFFF"/>
    <a:srgbClr val="7FBCD8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29" autoAdjust="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240" y="2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9" Type="http://schemas.openxmlformats.org/officeDocument/2006/relationships/tags" Target="tags/tag3313.xml"/><Relationship Id="rId68" Type="http://schemas.openxmlformats.org/officeDocument/2006/relationships/font" Target="fonts/font2.fntdata"/><Relationship Id="rId67" Type="http://schemas.openxmlformats.org/officeDocument/2006/relationships/font" Target="fonts/font1.fntdata"/><Relationship Id="rId66" Type="http://schemas.openxmlformats.org/officeDocument/2006/relationships/commentAuthors" Target="commentAuthors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35.xml"/><Relationship Id="rId60" Type="http://schemas.openxmlformats.org/officeDocument/2006/relationships/slide" Target="slides/slide34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33.xml"/><Relationship Id="rId58" Type="http://schemas.openxmlformats.org/officeDocument/2006/relationships/slide" Target="slides/slide32.xml"/><Relationship Id="rId57" Type="http://schemas.openxmlformats.org/officeDocument/2006/relationships/slide" Target="slides/slide31.xml"/><Relationship Id="rId56" Type="http://schemas.openxmlformats.org/officeDocument/2006/relationships/slide" Target="slides/slide30.xml"/><Relationship Id="rId55" Type="http://schemas.openxmlformats.org/officeDocument/2006/relationships/slide" Target="slides/slide29.xml"/><Relationship Id="rId54" Type="http://schemas.openxmlformats.org/officeDocument/2006/relationships/slide" Target="slides/slide28.xml"/><Relationship Id="rId53" Type="http://schemas.openxmlformats.org/officeDocument/2006/relationships/slide" Target="slides/slide27.xml"/><Relationship Id="rId52" Type="http://schemas.openxmlformats.org/officeDocument/2006/relationships/slide" Target="slides/slide26.xml"/><Relationship Id="rId51" Type="http://schemas.openxmlformats.org/officeDocument/2006/relationships/slide" Target="slides/slide25.xml"/><Relationship Id="rId50" Type="http://schemas.openxmlformats.org/officeDocument/2006/relationships/slide" Target="slides/slide2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3.xml"/><Relationship Id="rId48" Type="http://schemas.openxmlformats.org/officeDocument/2006/relationships/slide" Target="slides/slide22.xml"/><Relationship Id="rId47" Type="http://schemas.openxmlformats.org/officeDocument/2006/relationships/slide" Target="slides/slide21.xml"/><Relationship Id="rId46" Type="http://schemas.openxmlformats.org/officeDocument/2006/relationships/slide" Target="slides/slide20.xml"/><Relationship Id="rId45" Type="http://schemas.openxmlformats.org/officeDocument/2006/relationships/slide" Target="slides/slide19.xml"/><Relationship Id="rId44" Type="http://schemas.openxmlformats.org/officeDocument/2006/relationships/slide" Target="slides/slide18.xml"/><Relationship Id="rId43" Type="http://schemas.openxmlformats.org/officeDocument/2006/relationships/slide" Target="slides/slide17.xml"/><Relationship Id="rId42" Type="http://schemas.openxmlformats.org/officeDocument/2006/relationships/slide" Target="slides/slide16.xml"/><Relationship Id="rId41" Type="http://schemas.openxmlformats.org/officeDocument/2006/relationships/slide" Target="slides/slide15.xml"/><Relationship Id="rId40" Type="http://schemas.openxmlformats.org/officeDocument/2006/relationships/slide" Target="slides/slide1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3.xml"/><Relationship Id="rId38" Type="http://schemas.openxmlformats.org/officeDocument/2006/relationships/slide" Target="slides/slide12.xml"/><Relationship Id="rId37" Type="http://schemas.openxmlformats.org/officeDocument/2006/relationships/slide" Target="slides/slide11.xml"/><Relationship Id="rId36" Type="http://schemas.openxmlformats.org/officeDocument/2006/relationships/slide" Target="slides/slide10.xml"/><Relationship Id="rId35" Type="http://schemas.openxmlformats.org/officeDocument/2006/relationships/slide" Target="slides/slide9.xml"/><Relationship Id="rId34" Type="http://schemas.openxmlformats.org/officeDocument/2006/relationships/slide" Target="slides/slide8.xml"/><Relationship Id="rId33" Type="http://schemas.openxmlformats.org/officeDocument/2006/relationships/slide" Target="slides/slide7.xml"/><Relationship Id="rId32" Type="http://schemas.openxmlformats.org/officeDocument/2006/relationships/slide" Target="slides/slide6.xml"/><Relationship Id="rId31" Type="http://schemas.openxmlformats.org/officeDocument/2006/relationships/slide" Target="slides/slide5.xml"/><Relationship Id="rId30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3.xml"/><Relationship Id="rId28" Type="http://schemas.openxmlformats.org/officeDocument/2006/relationships/slide" Target="slides/slide2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0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7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0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5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1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3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0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26.xml"/><Relationship Id="rId14" Type="http://schemas.openxmlformats.org/officeDocument/2006/relationships/image" Target="../media/image2.svg"/><Relationship Id="rId13" Type="http://schemas.openxmlformats.org/officeDocument/2006/relationships/image" Target="../media/image1.png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5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6" Type="http://schemas.openxmlformats.org/officeDocument/2006/relationships/image" Target="../media/image2.svg"/><Relationship Id="rId15" Type="http://schemas.openxmlformats.org/officeDocument/2006/relationships/image" Target="../media/image1.png"/><Relationship Id="rId14" Type="http://schemas.openxmlformats.org/officeDocument/2006/relationships/tags" Target="../tags/tag165.xml"/><Relationship Id="rId13" Type="http://schemas.openxmlformats.org/officeDocument/2006/relationships/tags" Target="../tags/tag164.xml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7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8" Type="http://schemas.openxmlformats.org/officeDocument/2006/relationships/image" Target="../media/image2.svg"/><Relationship Id="rId17" Type="http://schemas.openxmlformats.org/officeDocument/2006/relationships/image" Target="../media/image1.png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00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6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1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8.xml"/><Relationship Id="rId10" Type="http://schemas.openxmlformats.org/officeDocument/2006/relationships/tags" Target="../tags/tag224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25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34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4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43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5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51.xml"/><Relationship Id="rId12" Type="http://schemas.openxmlformats.org/officeDocument/2006/relationships/tags" Target="../tags/tag257.xml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5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58.xml"/><Relationship Id="rId11" Type="http://schemas.openxmlformats.org/officeDocument/2006/relationships/tags" Target="../tags/tag263.xml"/><Relationship Id="rId10" Type="http://schemas.openxmlformats.org/officeDocument/2006/relationships/tags" Target="../tags/tag262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64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7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73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8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3" Type="http://schemas.openxmlformats.org/officeDocument/2006/relationships/tags" Target="../tags/tag286.xml"/><Relationship Id="rId12" Type="http://schemas.openxmlformats.org/officeDocument/2006/relationships/tags" Target="../tags/tag28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9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6" Type="http://schemas.openxmlformats.org/officeDocument/2006/relationships/image" Target="../media/image9.svg"/><Relationship Id="rId15" Type="http://schemas.openxmlformats.org/officeDocument/2006/relationships/image" Target="../media/image8.png"/><Relationship Id="rId14" Type="http://schemas.openxmlformats.org/officeDocument/2006/relationships/tags" Target="../tags/tag303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0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0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4" Type="http://schemas.openxmlformats.org/officeDocument/2006/relationships/tags" Target="../tags/tag312.xml"/><Relationship Id="rId13" Type="http://schemas.openxmlformats.org/officeDocument/2006/relationships/tags" Target="../tags/tag311.xml"/><Relationship Id="rId12" Type="http://schemas.openxmlformats.org/officeDocument/2006/relationships/tags" Target="../tags/tag310.xml"/><Relationship Id="rId11" Type="http://schemas.openxmlformats.org/officeDocument/2006/relationships/tags" Target="../tags/tag309.xml"/><Relationship Id="rId10" Type="http://schemas.openxmlformats.org/officeDocument/2006/relationships/tags" Target="../tags/tag308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1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323.xml"/><Relationship Id="rId15" Type="http://schemas.openxmlformats.org/officeDocument/2006/relationships/tags" Target="../tags/tag322.xml"/><Relationship Id="rId14" Type="http://schemas.openxmlformats.org/officeDocument/2006/relationships/tags" Target="../tags/tag321.xml"/><Relationship Id="rId13" Type="http://schemas.openxmlformats.org/officeDocument/2006/relationships/tags" Target="../tags/tag320.xml"/><Relationship Id="rId12" Type="http://schemas.openxmlformats.org/officeDocument/2006/relationships/tags" Target="../tags/tag319.xml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2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tags" Target="../tags/tag342.xml"/><Relationship Id="rId7" Type="http://schemas.openxmlformats.org/officeDocument/2006/relationships/tags" Target="../tags/tag341.xml"/><Relationship Id="rId6" Type="http://schemas.openxmlformats.org/officeDocument/2006/relationships/tags" Target="../tags/tag340.xml"/><Relationship Id="rId5" Type="http://schemas.openxmlformats.org/officeDocument/2006/relationships/tags" Target="../tags/tag33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338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tags" Target="../tags/tag348.xml"/><Relationship Id="rId7" Type="http://schemas.openxmlformats.org/officeDocument/2006/relationships/tags" Target="../tags/tag347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44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355.xml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50.xml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tags" Target="../tags/tag359.xml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56.xml"/><Relationship Id="rId10" Type="http://schemas.openxmlformats.org/officeDocument/2006/relationships/tags" Target="../tags/tag362.xml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368.xml"/><Relationship Id="rId8" Type="http://schemas.openxmlformats.org/officeDocument/2006/relationships/tags" Target="../tags/tag367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63.xml"/><Relationship Id="rId12" Type="http://schemas.openxmlformats.org/officeDocument/2006/relationships/tags" Target="../tags/tag371.xml"/><Relationship Id="rId11" Type="http://schemas.openxmlformats.org/officeDocument/2006/relationships/tags" Target="../tags/tag370.xml"/><Relationship Id="rId10" Type="http://schemas.openxmlformats.org/officeDocument/2006/relationships/tags" Target="../tags/tag369.xml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372.xml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384.xml"/><Relationship Id="rId8" Type="http://schemas.openxmlformats.org/officeDocument/2006/relationships/tags" Target="../tags/tag38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8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81.xml"/><Relationship Id="rId13" Type="http://schemas.openxmlformats.org/officeDocument/2006/relationships/tags" Target="../tags/tag388.xml"/><Relationship Id="rId12" Type="http://schemas.openxmlformats.org/officeDocument/2006/relationships/tags" Target="../tags/tag387.xml"/><Relationship Id="rId11" Type="http://schemas.openxmlformats.org/officeDocument/2006/relationships/tags" Target="../tags/tag386.xml"/><Relationship Id="rId10" Type="http://schemas.openxmlformats.org/officeDocument/2006/relationships/tags" Target="../tags/tag385.xml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tags" Target="../tags/tag392.xml"/><Relationship Id="rId8" Type="http://schemas.openxmlformats.org/officeDocument/2006/relationships/tags" Target="../tags/tag39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9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89.xml"/><Relationship Id="rId12" Type="http://schemas.openxmlformats.org/officeDocument/2006/relationships/tags" Target="../tags/tag395.xml"/><Relationship Id="rId11" Type="http://schemas.openxmlformats.org/officeDocument/2006/relationships/tags" Target="../tags/tag394.xml"/><Relationship Id="rId10" Type="http://schemas.openxmlformats.org/officeDocument/2006/relationships/tags" Target="../tags/tag393.xml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tags" Target="../tags/tag399.xml"/><Relationship Id="rId8" Type="http://schemas.openxmlformats.org/officeDocument/2006/relationships/tags" Target="../tags/tag39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9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96.xml"/><Relationship Id="rId11" Type="http://schemas.openxmlformats.org/officeDocument/2006/relationships/tags" Target="../tags/tag401.xml"/><Relationship Id="rId10" Type="http://schemas.openxmlformats.org/officeDocument/2006/relationships/tags" Target="../tags/tag400.xml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407.xml"/><Relationship Id="rId8" Type="http://schemas.openxmlformats.org/officeDocument/2006/relationships/tags" Target="../tags/tag406.xml"/><Relationship Id="rId7" Type="http://schemas.openxmlformats.org/officeDocument/2006/relationships/tags" Target="../tags/tag405.xml"/><Relationship Id="rId6" Type="http://schemas.openxmlformats.org/officeDocument/2006/relationships/tags" Target="../tags/tag404.xml"/><Relationship Id="rId5" Type="http://schemas.openxmlformats.org/officeDocument/2006/relationships/tags" Target="../tags/tag40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402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410.xml"/><Relationship Id="rId11" Type="http://schemas.openxmlformats.org/officeDocument/2006/relationships/tags" Target="../tags/tag409.xml"/><Relationship Id="rId10" Type="http://schemas.openxmlformats.org/officeDocument/2006/relationships/tags" Target="../tags/tag408.xm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414.xml"/><Relationship Id="rId8" Type="http://schemas.openxmlformats.org/officeDocument/2006/relationships/tags" Target="../tags/tag41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41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411.xml"/><Relationship Id="rId11" Type="http://schemas.openxmlformats.org/officeDocument/2006/relationships/tags" Target="../tags/tag416.xml"/><Relationship Id="rId10" Type="http://schemas.openxmlformats.org/officeDocument/2006/relationships/tags" Target="../tags/tag415.xml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9" Type="http://schemas.openxmlformats.org/officeDocument/2006/relationships/tags" Target="../tags/tag42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1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3" Type="http://schemas.openxmlformats.org/officeDocument/2006/relationships/tags" Target="../tags/tag424.xml"/><Relationship Id="rId12" Type="http://schemas.openxmlformats.org/officeDocument/2006/relationships/tags" Target="../tags/tag423.xml"/><Relationship Id="rId11" Type="http://schemas.openxmlformats.org/officeDocument/2006/relationships/tags" Target="../tags/tag422.xml"/><Relationship Id="rId10" Type="http://schemas.openxmlformats.org/officeDocument/2006/relationships/tags" Target="../tags/tag421.xml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430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432.xml"/><Relationship Id="rId10" Type="http://schemas.openxmlformats.org/officeDocument/2006/relationships/tags" Target="../tags/tag431.xml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9" Type="http://schemas.openxmlformats.org/officeDocument/2006/relationships/tags" Target="../tags/tag43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3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6" Type="http://schemas.openxmlformats.org/officeDocument/2006/relationships/image" Target="../media/image9.svg"/><Relationship Id="rId15" Type="http://schemas.openxmlformats.org/officeDocument/2006/relationships/image" Target="../media/image8.png"/><Relationship Id="rId14" Type="http://schemas.openxmlformats.org/officeDocument/2006/relationships/tags" Target="../tags/tag441.xml"/><Relationship Id="rId13" Type="http://schemas.openxmlformats.org/officeDocument/2006/relationships/tags" Target="../tags/tag440.xml"/><Relationship Id="rId12" Type="http://schemas.openxmlformats.org/officeDocument/2006/relationships/tags" Target="../tags/tag439.xml"/><Relationship Id="rId11" Type="http://schemas.openxmlformats.org/officeDocument/2006/relationships/tags" Target="../tags/tag438.xml"/><Relationship Id="rId10" Type="http://schemas.openxmlformats.org/officeDocument/2006/relationships/tags" Target="../tags/tag437.xml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9" Type="http://schemas.openxmlformats.org/officeDocument/2006/relationships/tags" Target="../tags/tag44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4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43.xml"/><Relationship Id="rId2" Type="http://schemas.openxmlformats.org/officeDocument/2006/relationships/tags" Target="../tags/tag442.xml"/><Relationship Id="rId14" Type="http://schemas.openxmlformats.org/officeDocument/2006/relationships/tags" Target="../tags/tag450.xml"/><Relationship Id="rId13" Type="http://schemas.openxmlformats.org/officeDocument/2006/relationships/tags" Target="../tags/tag449.xml"/><Relationship Id="rId12" Type="http://schemas.openxmlformats.org/officeDocument/2006/relationships/tags" Target="../tags/tag448.xml"/><Relationship Id="rId11" Type="http://schemas.openxmlformats.org/officeDocument/2006/relationships/tags" Target="../tags/tag447.xml"/><Relationship Id="rId10" Type="http://schemas.openxmlformats.org/officeDocument/2006/relationships/tags" Target="../tags/tag446.xml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5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9" Type="http://schemas.openxmlformats.org/officeDocument/2006/relationships/tags" Target="../tags/tag46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6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3" Type="http://schemas.openxmlformats.org/officeDocument/2006/relationships/tags" Target="../tags/tag469.xml"/><Relationship Id="rId12" Type="http://schemas.openxmlformats.org/officeDocument/2006/relationships/tags" Target="../tags/tag468.xml"/><Relationship Id="rId11" Type="http://schemas.openxmlformats.org/officeDocument/2006/relationships/tags" Target="../tags/tag467.xml"/><Relationship Id="rId10" Type="http://schemas.openxmlformats.org/officeDocument/2006/relationships/tags" Target="../tags/tag466.xml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481.xml"/><Relationship Id="rId8" Type="http://schemas.openxmlformats.org/officeDocument/2006/relationships/tags" Target="../tags/tag480.xml"/><Relationship Id="rId7" Type="http://schemas.openxmlformats.org/officeDocument/2006/relationships/tags" Target="../tags/tag479.xml"/><Relationship Id="rId6" Type="http://schemas.openxmlformats.org/officeDocument/2006/relationships/tags" Target="../tags/tag478.xml"/><Relationship Id="rId5" Type="http://schemas.openxmlformats.org/officeDocument/2006/relationships/tags" Target="../tags/tag47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476.xml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tags" Target="../tags/tag487.xml"/><Relationship Id="rId8" Type="http://schemas.openxmlformats.org/officeDocument/2006/relationships/tags" Target="../tags/tag486.xml"/><Relationship Id="rId7" Type="http://schemas.openxmlformats.org/officeDocument/2006/relationships/tags" Target="../tags/tag485.xml"/><Relationship Id="rId6" Type="http://schemas.openxmlformats.org/officeDocument/2006/relationships/tags" Target="../tags/tag484.xml"/><Relationship Id="rId5" Type="http://schemas.openxmlformats.org/officeDocument/2006/relationships/tags" Target="../tags/tag48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482.xml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9" Type="http://schemas.openxmlformats.org/officeDocument/2006/relationships/tags" Target="../tags/tag493.xml"/><Relationship Id="rId8" Type="http://schemas.openxmlformats.org/officeDocument/2006/relationships/tags" Target="../tags/tag492.xml"/><Relationship Id="rId7" Type="http://schemas.openxmlformats.org/officeDocument/2006/relationships/tags" Target="../tags/tag491.xml"/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488.xm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tags" Target="../tags/tag499.xml"/><Relationship Id="rId8" Type="http://schemas.openxmlformats.org/officeDocument/2006/relationships/tags" Target="../tags/tag498.xml"/><Relationship Id="rId7" Type="http://schemas.openxmlformats.org/officeDocument/2006/relationships/tags" Target="../tags/tag497.xml"/><Relationship Id="rId6" Type="http://schemas.openxmlformats.org/officeDocument/2006/relationships/tags" Target="../tags/tag496.xml"/><Relationship Id="rId5" Type="http://schemas.openxmlformats.org/officeDocument/2006/relationships/tags" Target="../tags/tag49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494.xml"/><Relationship Id="rId10" Type="http://schemas.openxmlformats.org/officeDocument/2006/relationships/tags" Target="../tags/tag500.xml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tags" Target="../tags/tag506.xml"/><Relationship Id="rId8" Type="http://schemas.openxmlformats.org/officeDocument/2006/relationships/tags" Target="../tags/tag505.xml"/><Relationship Id="rId7" Type="http://schemas.openxmlformats.org/officeDocument/2006/relationships/tags" Target="../tags/tag504.xml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01.xml"/><Relationship Id="rId12" Type="http://schemas.openxmlformats.org/officeDocument/2006/relationships/tags" Target="../tags/tag509.xml"/><Relationship Id="rId11" Type="http://schemas.openxmlformats.org/officeDocument/2006/relationships/tags" Target="../tags/tag508.xml"/><Relationship Id="rId10" Type="http://schemas.openxmlformats.org/officeDocument/2006/relationships/tags" Target="../tags/tag507.xml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9" Type="http://schemas.openxmlformats.org/officeDocument/2006/relationships/tags" Target="../tags/tag515.xml"/><Relationship Id="rId8" Type="http://schemas.openxmlformats.org/officeDocument/2006/relationships/tags" Target="../tags/tag514.xml"/><Relationship Id="rId7" Type="http://schemas.openxmlformats.org/officeDocument/2006/relationships/tags" Target="../tags/tag513.xml"/><Relationship Id="rId6" Type="http://schemas.openxmlformats.org/officeDocument/2006/relationships/tags" Target="../tags/tag512.xml"/><Relationship Id="rId5" Type="http://schemas.openxmlformats.org/officeDocument/2006/relationships/tags" Target="../tags/tag511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510.xml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4" Type="http://schemas.openxmlformats.org/officeDocument/2006/relationships/tags" Target="../tags/tag518.xml"/><Relationship Id="rId3" Type="http://schemas.openxmlformats.org/officeDocument/2006/relationships/tags" Target="../tags/tag517.xml"/><Relationship Id="rId2" Type="http://schemas.openxmlformats.org/officeDocument/2006/relationships/tags" Target="../tags/tag516.xml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9" Type="http://schemas.openxmlformats.org/officeDocument/2006/relationships/tags" Target="../tags/tag522.xml"/><Relationship Id="rId8" Type="http://schemas.openxmlformats.org/officeDocument/2006/relationships/tags" Target="../tags/tag52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52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19.xml"/><Relationship Id="rId13" Type="http://schemas.openxmlformats.org/officeDocument/2006/relationships/tags" Target="../tags/tag526.xml"/><Relationship Id="rId12" Type="http://schemas.openxmlformats.org/officeDocument/2006/relationships/tags" Target="../tags/tag525.xml"/><Relationship Id="rId11" Type="http://schemas.openxmlformats.org/officeDocument/2006/relationships/tags" Target="../tags/tag524.xml"/><Relationship Id="rId10" Type="http://schemas.openxmlformats.org/officeDocument/2006/relationships/tags" Target="../tags/tag523.xml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9" Type="http://schemas.openxmlformats.org/officeDocument/2006/relationships/tags" Target="../tags/tag530.xml"/><Relationship Id="rId8" Type="http://schemas.openxmlformats.org/officeDocument/2006/relationships/tags" Target="../tags/tag52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52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27.xml"/><Relationship Id="rId12" Type="http://schemas.openxmlformats.org/officeDocument/2006/relationships/tags" Target="../tags/tag533.xml"/><Relationship Id="rId11" Type="http://schemas.openxmlformats.org/officeDocument/2006/relationships/tags" Target="../tags/tag532.xml"/><Relationship Id="rId10" Type="http://schemas.openxmlformats.org/officeDocument/2006/relationships/tags" Target="../tags/tag531.xm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9" Type="http://schemas.openxmlformats.org/officeDocument/2006/relationships/tags" Target="../tags/tag537.xml"/><Relationship Id="rId8" Type="http://schemas.openxmlformats.org/officeDocument/2006/relationships/tags" Target="../tags/tag53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53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34.xml"/><Relationship Id="rId11" Type="http://schemas.openxmlformats.org/officeDocument/2006/relationships/tags" Target="../tags/tag539.xml"/><Relationship Id="rId10" Type="http://schemas.openxmlformats.org/officeDocument/2006/relationships/tags" Target="../tags/tag538.xml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9" Type="http://schemas.openxmlformats.org/officeDocument/2006/relationships/tags" Target="../tags/tag545.xml"/><Relationship Id="rId8" Type="http://schemas.openxmlformats.org/officeDocument/2006/relationships/tags" Target="../tags/tag544.xml"/><Relationship Id="rId7" Type="http://schemas.openxmlformats.org/officeDocument/2006/relationships/tags" Target="../tags/tag543.xml"/><Relationship Id="rId6" Type="http://schemas.openxmlformats.org/officeDocument/2006/relationships/tags" Target="../tags/tag542.xml"/><Relationship Id="rId5" Type="http://schemas.openxmlformats.org/officeDocument/2006/relationships/tags" Target="../tags/tag54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540.xml"/><Relationship Id="rId14" Type="http://schemas.openxmlformats.org/officeDocument/2006/relationships/image" Target="../media/image10.svg"/><Relationship Id="rId13" Type="http://schemas.openxmlformats.org/officeDocument/2006/relationships/image" Target="../media/image8.png"/><Relationship Id="rId12" Type="http://schemas.openxmlformats.org/officeDocument/2006/relationships/tags" Target="../tags/tag548.xml"/><Relationship Id="rId11" Type="http://schemas.openxmlformats.org/officeDocument/2006/relationships/tags" Target="../tags/tag547.xml"/><Relationship Id="rId10" Type="http://schemas.openxmlformats.org/officeDocument/2006/relationships/tags" Target="../tags/tag546.xml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9" Type="http://schemas.openxmlformats.org/officeDocument/2006/relationships/tags" Target="../tags/tag552.xml"/><Relationship Id="rId8" Type="http://schemas.openxmlformats.org/officeDocument/2006/relationships/tags" Target="../tags/tag55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55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49.xml"/><Relationship Id="rId11" Type="http://schemas.openxmlformats.org/officeDocument/2006/relationships/tags" Target="../tags/tag554.xml"/><Relationship Id="rId10" Type="http://schemas.openxmlformats.org/officeDocument/2006/relationships/tags" Target="../tags/tag553.xm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9" Type="http://schemas.openxmlformats.org/officeDocument/2006/relationships/tags" Target="../tags/tag55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55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56.xml"/><Relationship Id="rId2" Type="http://schemas.openxmlformats.org/officeDocument/2006/relationships/tags" Target="../tags/tag555.xml"/><Relationship Id="rId13" Type="http://schemas.openxmlformats.org/officeDocument/2006/relationships/tags" Target="../tags/tag562.xml"/><Relationship Id="rId12" Type="http://schemas.openxmlformats.org/officeDocument/2006/relationships/tags" Target="../tags/tag561.xml"/><Relationship Id="rId11" Type="http://schemas.openxmlformats.org/officeDocument/2006/relationships/tags" Target="../tags/tag560.xml"/><Relationship Id="rId10" Type="http://schemas.openxmlformats.org/officeDocument/2006/relationships/tags" Target="../tags/tag559.xml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64.xml"/><Relationship Id="rId2" Type="http://schemas.openxmlformats.org/officeDocument/2006/relationships/tags" Target="../tags/tag563.xml"/><Relationship Id="rId13" Type="http://schemas.openxmlformats.org/officeDocument/2006/relationships/image" Target="../media/image10.svg"/><Relationship Id="rId12" Type="http://schemas.openxmlformats.org/officeDocument/2006/relationships/image" Target="../media/image8.png"/><Relationship Id="rId11" Type="http://schemas.openxmlformats.org/officeDocument/2006/relationships/tags" Target="../tags/tag570.xml"/><Relationship Id="rId10" Type="http://schemas.openxmlformats.org/officeDocument/2006/relationships/tags" Target="../tags/tag569.xml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9" Type="http://schemas.openxmlformats.org/officeDocument/2006/relationships/tags" Target="../tags/tag57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57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72.xml"/><Relationship Id="rId2" Type="http://schemas.openxmlformats.org/officeDocument/2006/relationships/tags" Target="../tags/tag571.xml"/><Relationship Id="rId16" Type="http://schemas.openxmlformats.org/officeDocument/2006/relationships/image" Target="../media/image10.svg"/><Relationship Id="rId15" Type="http://schemas.openxmlformats.org/officeDocument/2006/relationships/image" Target="../media/image8.png"/><Relationship Id="rId14" Type="http://schemas.openxmlformats.org/officeDocument/2006/relationships/tags" Target="../tags/tag579.xml"/><Relationship Id="rId13" Type="http://schemas.openxmlformats.org/officeDocument/2006/relationships/tags" Target="../tags/tag578.xml"/><Relationship Id="rId12" Type="http://schemas.openxmlformats.org/officeDocument/2006/relationships/tags" Target="../tags/tag577.xml"/><Relationship Id="rId11" Type="http://schemas.openxmlformats.org/officeDocument/2006/relationships/tags" Target="../tags/tag576.xml"/><Relationship Id="rId10" Type="http://schemas.openxmlformats.org/officeDocument/2006/relationships/tags" Target="../tags/tag575.xml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9" Type="http://schemas.openxmlformats.org/officeDocument/2006/relationships/tags" Target="../tags/tag58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58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81.xml"/><Relationship Id="rId2" Type="http://schemas.openxmlformats.org/officeDocument/2006/relationships/tags" Target="../tags/tag580.xml"/><Relationship Id="rId14" Type="http://schemas.openxmlformats.org/officeDocument/2006/relationships/tags" Target="../tags/tag588.xml"/><Relationship Id="rId13" Type="http://schemas.openxmlformats.org/officeDocument/2006/relationships/tags" Target="../tags/tag587.xml"/><Relationship Id="rId12" Type="http://schemas.openxmlformats.org/officeDocument/2006/relationships/tags" Target="../tags/tag586.xml"/><Relationship Id="rId11" Type="http://schemas.openxmlformats.org/officeDocument/2006/relationships/tags" Target="../tags/tag585.xml"/><Relationship Id="rId10" Type="http://schemas.openxmlformats.org/officeDocument/2006/relationships/tags" Target="../tags/tag584.xml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9" Type="http://schemas.openxmlformats.org/officeDocument/2006/relationships/tags" Target="../tags/tag59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59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90.xml"/><Relationship Id="rId2" Type="http://schemas.openxmlformats.org/officeDocument/2006/relationships/tags" Target="../tags/tag589.xml"/><Relationship Id="rId18" Type="http://schemas.openxmlformats.org/officeDocument/2006/relationships/image" Target="../media/image10.svg"/><Relationship Id="rId17" Type="http://schemas.openxmlformats.org/officeDocument/2006/relationships/image" Target="../media/image8.png"/><Relationship Id="rId16" Type="http://schemas.openxmlformats.org/officeDocument/2006/relationships/tags" Target="../tags/tag599.xml"/><Relationship Id="rId15" Type="http://schemas.openxmlformats.org/officeDocument/2006/relationships/tags" Target="../tags/tag598.xml"/><Relationship Id="rId14" Type="http://schemas.openxmlformats.org/officeDocument/2006/relationships/tags" Target="../tags/tag597.xml"/><Relationship Id="rId13" Type="http://schemas.openxmlformats.org/officeDocument/2006/relationships/tags" Target="../tags/tag596.xml"/><Relationship Id="rId12" Type="http://schemas.openxmlformats.org/officeDocument/2006/relationships/tags" Target="../tags/tag595.xml"/><Relationship Id="rId11" Type="http://schemas.openxmlformats.org/officeDocument/2006/relationships/tags" Target="../tags/tag594.xml"/><Relationship Id="rId10" Type="http://schemas.openxmlformats.org/officeDocument/2006/relationships/tags" Target="../tags/tag593.xml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9" Type="http://schemas.openxmlformats.org/officeDocument/2006/relationships/tags" Target="../tags/tag60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60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601.xml"/><Relationship Id="rId2" Type="http://schemas.openxmlformats.org/officeDocument/2006/relationships/tags" Target="../tags/tag600.xml"/><Relationship Id="rId13" Type="http://schemas.openxmlformats.org/officeDocument/2006/relationships/tags" Target="../tags/tag607.xml"/><Relationship Id="rId12" Type="http://schemas.openxmlformats.org/officeDocument/2006/relationships/tags" Target="../tags/tag606.xml"/><Relationship Id="rId11" Type="http://schemas.openxmlformats.org/officeDocument/2006/relationships/tags" Target="../tags/tag605.xml"/><Relationship Id="rId10" Type="http://schemas.openxmlformats.org/officeDocument/2006/relationships/tags" Target="../tags/tag604.xml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9" Type="http://schemas.openxmlformats.org/officeDocument/2006/relationships/tags" Target="../tags/tag619.xml"/><Relationship Id="rId8" Type="http://schemas.openxmlformats.org/officeDocument/2006/relationships/tags" Target="../tags/tag618.xml"/><Relationship Id="rId7" Type="http://schemas.openxmlformats.org/officeDocument/2006/relationships/tags" Target="../tags/tag617.xml"/><Relationship Id="rId6" Type="http://schemas.openxmlformats.org/officeDocument/2006/relationships/tags" Target="../tags/tag616.xml"/><Relationship Id="rId5" Type="http://schemas.openxmlformats.org/officeDocument/2006/relationships/tags" Target="../tags/tag61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14.xml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9" Type="http://schemas.openxmlformats.org/officeDocument/2006/relationships/tags" Target="../tags/tag625.xml"/><Relationship Id="rId8" Type="http://schemas.openxmlformats.org/officeDocument/2006/relationships/tags" Target="../tags/tag624.xml"/><Relationship Id="rId7" Type="http://schemas.openxmlformats.org/officeDocument/2006/relationships/tags" Target="../tags/tag623.xml"/><Relationship Id="rId6" Type="http://schemas.openxmlformats.org/officeDocument/2006/relationships/tags" Target="../tags/tag622.xml"/><Relationship Id="rId5" Type="http://schemas.openxmlformats.org/officeDocument/2006/relationships/tags" Target="../tags/tag62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20.xml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9" Type="http://schemas.openxmlformats.org/officeDocument/2006/relationships/tags" Target="../tags/tag631.xml"/><Relationship Id="rId8" Type="http://schemas.openxmlformats.org/officeDocument/2006/relationships/tags" Target="../tags/tag630.xml"/><Relationship Id="rId7" Type="http://schemas.openxmlformats.org/officeDocument/2006/relationships/tags" Target="../tags/tag629.xml"/><Relationship Id="rId6" Type="http://schemas.openxmlformats.org/officeDocument/2006/relationships/tags" Target="../tags/tag628.xml"/><Relationship Id="rId5" Type="http://schemas.openxmlformats.org/officeDocument/2006/relationships/tags" Target="../tags/tag627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626.xml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9" Type="http://schemas.openxmlformats.org/officeDocument/2006/relationships/tags" Target="../tags/tag637.xml"/><Relationship Id="rId8" Type="http://schemas.openxmlformats.org/officeDocument/2006/relationships/tags" Target="../tags/tag636.xml"/><Relationship Id="rId7" Type="http://schemas.openxmlformats.org/officeDocument/2006/relationships/tags" Target="../tags/tag635.xml"/><Relationship Id="rId6" Type="http://schemas.openxmlformats.org/officeDocument/2006/relationships/tags" Target="../tags/tag634.xml"/><Relationship Id="rId5" Type="http://schemas.openxmlformats.org/officeDocument/2006/relationships/tags" Target="../tags/tag63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32.xml"/><Relationship Id="rId10" Type="http://schemas.openxmlformats.org/officeDocument/2006/relationships/tags" Target="../tags/tag638.xml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9" Type="http://schemas.openxmlformats.org/officeDocument/2006/relationships/tags" Target="../tags/tag644.xml"/><Relationship Id="rId8" Type="http://schemas.openxmlformats.org/officeDocument/2006/relationships/tags" Target="../tags/tag643.xml"/><Relationship Id="rId7" Type="http://schemas.openxmlformats.org/officeDocument/2006/relationships/tags" Target="../tags/tag642.xml"/><Relationship Id="rId6" Type="http://schemas.openxmlformats.org/officeDocument/2006/relationships/tags" Target="../tags/tag641.xml"/><Relationship Id="rId5" Type="http://schemas.openxmlformats.org/officeDocument/2006/relationships/tags" Target="../tags/tag64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39.xml"/><Relationship Id="rId12" Type="http://schemas.openxmlformats.org/officeDocument/2006/relationships/tags" Target="../tags/tag647.xml"/><Relationship Id="rId11" Type="http://schemas.openxmlformats.org/officeDocument/2006/relationships/tags" Target="../tags/tag646.xml"/><Relationship Id="rId10" Type="http://schemas.openxmlformats.org/officeDocument/2006/relationships/tags" Target="../tags/tag645.xml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9" Type="http://schemas.openxmlformats.org/officeDocument/2006/relationships/tags" Target="../tags/tag653.xml"/><Relationship Id="rId8" Type="http://schemas.openxmlformats.org/officeDocument/2006/relationships/tags" Target="../tags/tag652.xml"/><Relationship Id="rId7" Type="http://schemas.openxmlformats.org/officeDocument/2006/relationships/tags" Target="../tags/tag651.xml"/><Relationship Id="rId6" Type="http://schemas.openxmlformats.org/officeDocument/2006/relationships/tags" Target="../tags/tag650.xml"/><Relationship Id="rId5" Type="http://schemas.openxmlformats.org/officeDocument/2006/relationships/tags" Target="../tags/tag649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648.xml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4" Type="http://schemas.openxmlformats.org/officeDocument/2006/relationships/tags" Target="../tags/tag656.xml"/><Relationship Id="rId3" Type="http://schemas.openxmlformats.org/officeDocument/2006/relationships/tags" Target="../tags/tag655.xml"/><Relationship Id="rId2" Type="http://schemas.openxmlformats.org/officeDocument/2006/relationships/tags" Target="../tags/tag654.xml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9" Type="http://schemas.openxmlformats.org/officeDocument/2006/relationships/tags" Target="../tags/tag660.xml"/><Relationship Id="rId8" Type="http://schemas.openxmlformats.org/officeDocument/2006/relationships/tags" Target="../tags/tag65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65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57.xml"/><Relationship Id="rId13" Type="http://schemas.openxmlformats.org/officeDocument/2006/relationships/tags" Target="../tags/tag664.xml"/><Relationship Id="rId12" Type="http://schemas.openxmlformats.org/officeDocument/2006/relationships/tags" Target="../tags/tag663.xml"/><Relationship Id="rId11" Type="http://schemas.openxmlformats.org/officeDocument/2006/relationships/tags" Target="../tags/tag662.xml"/><Relationship Id="rId10" Type="http://schemas.openxmlformats.org/officeDocument/2006/relationships/tags" Target="../tags/tag661.xml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9" Type="http://schemas.openxmlformats.org/officeDocument/2006/relationships/tags" Target="../tags/tag668.xml"/><Relationship Id="rId8" Type="http://schemas.openxmlformats.org/officeDocument/2006/relationships/tags" Target="../tags/tag66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66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65.xml"/><Relationship Id="rId12" Type="http://schemas.openxmlformats.org/officeDocument/2006/relationships/tags" Target="../tags/tag671.xml"/><Relationship Id="rId11" Type="http://schemas.openxmlformats.org/officeDocument/2006/relationships/tags" Target="../tags/tag670.xml"/><Relationship Id="rId10" Type="http://schemas.openxmlformats.org/officeDocument/2006/relationships/tags" Target="../tags/tag669.xml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9" Type="http://schemas.openxmlformats.org/officeDocument/2006/relationships/tags" Target="../tags/tag675.xml"/><Relationship Id="rId8" Type="http://schemas.openxmlformats.org/officeDocument/2006/relationships/tags" Target="../tags/tag67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67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72.xml"/><Relationship Id="rId11" Type="http://schemas.openxmlformats.org/officeDocument/2006/relationships/tags" Target="../tags/tag677.xml"/><Relationship Id="rId10" Type="http://schemas.openxmlformats.org/officeDocument/2006/relationships/tags" Target="../tags/tag676.xml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9" Type="http://schemas.openxmlformats.org/officeDocument/2006/relationships/tags" Target="../tags/tag683.xml"/><Relationship Id="rId8" Type="http://schemas.openxmlformats.org/officeDocument/2006/relationships/tags" Target="../tags/tag682.xml"/><Relationship Id="rId7" Type="http://schemas.openxmlformats.org/officeDocument/2006/relationships/tags" Target="../tags/tag681.xml"/><Relationship Id="rId6" Type="http://schemas.openxmlformats.org/officeDocument/2006/relationships/tags" Target="../tags/tag680.xml"/><Relationship Id="rId5" Type="http://schemas.openxmlformats.org/officeDocument/2006/relationships/tags" Target="../tags/tag67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78.xml"/><Relationship Id="rId14" Type="http://schemas.openxmlformats.org/officeDocument/2006/relationships/image" Target="../media/image10.svg"/><Relationship Id="rId13" Type="http://schemas.openxmlformats.org/officeDocument/2006/relationships/image" Target="../media/image8.png"/><Relationship Id="rId12" Type="http://schemas.openxmlformats.org/officeDocument/2006/relationships/tags" Target="../tags/tag686.xml"/><Relationship Id="rId11" Type="http://schemas.openxmlformats.org/officeDocument/2006/relationships/tags" Target="../tags/tag685.xml"/><Relationship Id="rId10" Type="http://schemas.openxmlformats.org/officeDocument/2006/relationships/tags" Target="../tags/tag684.xml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9" Type="http://schemas.openxmlformats.org/officeDocument/2006/relationships/tags" Target="../tags/tag690.xml"/><Relationship Id="rId8" Type="http://schemas.openxmlformats.org/officeDocument/2006/relationships/tags" Target="../tags/tag68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68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87.xml"/><Relationship Id="rId11" Type="http://schemas.openxmlformats.org/officeDocument/2006/relationships/tags" Target="../tags/tag692.xml"/><Relationship Id="rId10" Type="http://schemas.openxmlformats.org/officeDocument/2006/relationships/tags" Target="../tags/tag691.xml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9" Type="http://schemas.openxmlformats.org/officeDocument/2006/relationships/tags" Target="../tags/tag69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69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694.xml"/><Relationship Id="rId2" Type="http://schemas.openxmlformats.org/officeDocument/2006/relationships/tags" Target="../tags/tag693.xml"/><Relationship Id="rId13" Type="http://schemas.openxmlformats.org/officeDocument/2006/relationships/tags" Target="../tags/tag700.xml"/><Relationship Id="rId12" Type="http://schemas.openxmlformats.org/officeDocument/2006/relationships/tags" Target="../tags/tag699.xml"/><Relationship Id="rId11" Type="http://schemas.openxmlformats.org/officeDocument/2006/relationships/tags" Target="../tags/tag698.xml"/><Relationship Id="rId10" Type="http://schemas.openxmlformats.org/officeDocument/2006/relationships/tags" Target="../tags/tag697.xml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9" Type="http://schemas.openxmlformats.org/officeDocument/2006/relationships/tags" Target="../tags/tag706.xml"/><Relationship Id="rId8" Type="http://schemas.openxmlformats.org/officeDocument/2006/relationships/tags" Target="../tags/tag705.xml"/><Relationship Id="rId7" Type="http://schemas.openxmlformats.org/officeDocument/2006/relationships/tags" Target="../tags/tag704.xml"/><Relationship Id="rId6" Type="http://schemas.openxmlformats.org/officeDocument/2006/relationships/tags" Target="../tags/tag70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02.xml"/><Relationship Id="rId2" Type="http://schemas.openxmlformats.org/officeDocument/2006/relationships/tags" Target="../tags/tag701.xml"/><Relationship Id="rId13" Type="http://schemas.openxmlformats.org/officeDocument/2006/relationships/image" Target="../media/image10.svg"/><Relationship Id="rId12" Type="http://schemas.openxmlformats.org/officeDocument/2006/relationships/image" Target="../media/image8.png"/><Relationship Id="rId11" Type="http://schemas.openxmlformats.org/officeDocument/2006/relationships/tags" Target="../tags/tag708.xml"/><Relationship Id="rId10" Type="http://schemas.openxmlformats.org/officeDocument/2006/relationships/tags" Target="../tags/tag707.xml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9" Type="http://schemas.openxmlformats.org/officeDocument/2006/relationships/tags" Target="../tags/tag71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71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10.xml"/><Relationship Id="rId2" Type="http://schemas.openxmlformats.org/officeDocument/2006/relationships/tags" Target="../tags/tag709.xml"/><Relationship Id="rId16" Type="http://schemas.openxmlformats.org/officeDocument/2006/relationships/image" Target="../media/image10.svg"/><Relationship Id="rId15" Type="http://schemas.openxmlformats.org/officeDocument/2006/relationships/image" Target="../media/image8.png"/><Relationship Id="rId14" Type="http://schemas.openxmlformats.org/officeDocument/2006/relationships/tags" Target="../tags/tag717.xml"/><Relationship Id="rId13" Type="http://schemas.openxmlformats.org/officeDocument/2006/relationships/tags" Target="../tags/tag716.xml"/><Relationship Id="rId12" Type="http://schemas.openxmlformats.org/officeDocument/2006/relationships/tags" Target="../tags/tag715.xml"/><Relationship Id="rId11" Type="http://schemas.openxmlformats.org/officeDocument/2006/relationships/tags" Target="../tags/tag714.xml"/><Relationship Id="rId10" Type="http://schemas.openxmlformats.org/officeDocument/2006/relationships/tags" Target="../tags/tag713.xml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9" Type="http://schemas.openxmlformats.org/officeDocument/2006/relationships/tags" Target="../tags/tag72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72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19.xml"/><Relationship Id="rId2" Type="http://schemas.openxmlformats.org/officeDocument/2006/relationships/tags" Target="../tags/tag718.xml"/><Relationship Id="rId14" Type="http://schemas.openxmlformats.org/officeDocument/2006/relationships/tags" Target="../tags/tag726.xml"/><Relationship Id="rId13" Type="http://schemas.openxmlformats.org/officeDocument/2006/relationships/tags" Target="../tags/tag725.xml"/><Relationship Id="rId12" Type="http://schemas.openxmlformats.org/officeDocument/2006/relationships/tags" Target="../tags/tag724.xml"/><Relationship Id="rId11" Type="http://schemas.openxmlformats.org/officeDocument/2006/relationships/tags" Target="../tags/tag723.xml"/><Relationship Id="rId10" Type="http://schemas.openxmlformats.org/officeDocument/2006/relationships/tags" Target="../tags/tag722.xml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9" Type="http://schemas.openxmlformats.org/officeDocument/2006/relationships/tags" Target="../tags/tag73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72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28.xml"/><Relationship Id="rId2" Type="http://schemas.openxmlformats.org/officeDocument/2006/relationships/tags" Target="../tags/tag727.xml"/><Relationship Id="rId18" Type="http://schemas.openxmlformats.org/officeDocument/2006/relationships/image" Target="../media/image10.svg"/><Relationship Id="rId17" Type="http://schemas.openxmlformats.org/officeDocument/2006/relationships/image" Target="../media/image8.png"/><Relationship Id="rId16" Type="http://schemas.openxmlformats.org/officeDocument/2006/relationships/tags" Target="../tags/tag737.xml"/><Relationship Id="rId15" Type="http://schemas.openxmlformats.org/officeDocument/2006/relationships/tags" Target="../tags/tag736.xml"/><Relationship Id="rId14" Type="http://schemas.openxmlformats.org/officeDocument/2006/relationships/tags" Target="../tags/tag735.xml"/><Relationship Id="rId13" Type="http://schemas.openxmlformats.org/officeDocument/2006/relationships/tags" Target="../tags/tag734.xml"/><Relationship Id="rId12" Type="http://schemas.openxmlformats.org/officeDocument/2006/relationships/tags" Target="../tags/tag733.xml"/><Relationship Id="rId11" Type="http://schemas.openxmlformats.org/officeDocument/2006/relationships/tags" Target="../tags/tag732.xml"/><Relationship Id="rId10" Type="http://schemas.openxmlformats.org/officeDocument/2006/relationships/tags" Target="../tags/tag731.xml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9" Type="http://schemas.openxmlformats.org/officeDocument/2006/relationships/tags" Target="../tags/tag74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74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39.xml"/><Relationship Id="rId2" Type="http://schemas.openxmlformats.org/officeDocument/2006/relationships/tags" Target="../tags/tag738.xml"/><Relationship Id="rId13" Type="http://schemas.openxmlformats.org/officeDocument/2006/relationships/tags" Target="../tags/tag745.xml"/><Relationship Id="rId12" Type="http://schemas.openxmlformats.org/officeDocument/2006/relationships/tags" Target="../tags/tag744.xml"/><Relationship Id="rId11" Type="http://schemas.openxmlformats.org/officeDocument/2006/relationships/tags" Target="../tags/tag743.xml"/><Relationship Id="rId10" Type="http://schemas.openxmlformats.org/officeDocument/2006/relationships/tags" Target="../tags/tag742.xml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9" Type="http://schemas.openxmlformats.org/officeDocument/2006/relationships/tags" Target="../tags/tag757.xml"/><Relationship Id="rId8" Type="http://schemas.openxmlformats.org/officeDocument/2006/relationships/tags" Target="../tags/tag756.xml"/><Relationship Id="rId7" Type="http://schemas.openxmlformats.org/officeDocument/2006/relationships/tags" Target="../tags/tag755.xml"/><Relationship Id="rId6" Type="http://schemas.openxmlformats.org/officeDocument/2006/relationships/tags" Target="../tags/tag754.xml"/><Relationship Id="rId5" Type="http://schemas.openxmlformats.org/officeDocument/2006/relationships/tags" Target="../tags/tag75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752.xml"/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9" Type="http://schemas.openxmlformats.org/officeDocument/2006/relationships/tags" Target="../tags/tag763.xml"/><Relationship Id="rId8" Type="http://schemas.openxmlformats.org/officeDocument/2006/relationships/tags" Target="../tags/tag762.xml"/><Relationship Id="rId7" Type="http://schemas.openxmlformats.org/officeDocument/2006/relationships/tags" Target="../tags/tag761.xml"/><Relationship Id="rId6" Type="http://schemas.openxmlformats.org/officeDocument/2006/relationships/tags" Target="../tags/tag760.xml"/><Relationship Id="rId5" Type="http://schemas.openxmlformats.org/officeDocument/2006/relationships/tags" Target="../tags/tag75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58.xml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9" Type="http://schemas.openxmlformats.org/officeDocument/2006/relationships/tags" Target="../tags/tag769.xml"/><Relationship Id="rId8" Type="http://schemas.openxmlformats.org/officeDocument/2006/relationships/tags" Target="../tags/tag768.xml"/><Relationship Id="rId7" Type="http://schemas.openxmlformats.org/officeDocument/2006/relationships/tags" Target="../tags/tag767.xml"/><Relationship Id="rId6" Type="http://schemas.openxmlformats.org/officeDocument/2006/relationships/tags" Target="../tags/tag766.xml"/><Relationship Id="rId5" Type="http://schemas.openxmlformats.org/officeDocument/2006/relationships/tags" Target="../tags/tag76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764.xml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9" Type="http://schemas.openxmlformats.org/officeDocument/2006/relationships/tags" Target="../tags/tag775.xml"/><Relationship Id="rId8" Type="http://schemas.openxmlformats.org/officeDocument/2006/relationships/tags" Target="../tags/tag774.xml"/><Relationship Id="rId7" Type="http://schemas.openxmlformats.org/officeDocument/2006/relationships/tags" Target="../tags/tag773.xml"/><Relationship Id="rId6" Type="http://schemas.openxmlformats.org/officeDocument/2006/relationships/tags" Target="../tags/tag772.xml"/><Relationship Id="rId5" Type="http://schemas.openxmlformats.org/officeDocument/2006/relationships/tags" Target="../tags/tag77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70.xml"/><Relationship Id="rId10" Type="http://schemas.openxmlformats.org/officeDocument/2006/relationships/tags" Target="../tags/tag776.xml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9" Type="http://schemas.openxmlformats.org/officeDocument/2006/relationships/tags" Target="../tags/tag782.xml"/><Relationship Id="rId8" Type="http://schemas.openxmlformats.org/officeDocument/2006/relationships/tags" Target="../tags/tag781.xml"/><Relationship Id="rId7" Type="http://schemas.openxmlformats.org/officeDocument/2006/relationships/tags" Target="../tags/tag780.xml"/><Relationship Id="rId6" Type="http://schemas.openxmlformats.org/officeDocument/2006/relationships/tags" Target="../tags/tag779.xml"/><Relationship Id="rId5" Type="http://schemas.openxmlformats.org/officeDocument/2006/relationships/tags" Target="../tags/tag77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77.xml"/><Relationship Id="rId12" Type="http://schemas.openxmlformats.org/officeDocument/2006/relationships/tags" Target="../tags/tag785.xml"/><Relationship Id="rId11" Type="http://schemas.openxmlformats.org/officeDocument/2006/relationships/tags" Target="../tags/tag784.xml"/><Relationship Id="rId10" Type="http://schemas.openxmlformats.org/officeDocument/2006/relationships/tags" Target="../tags/tag783.xml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9" Type="http://schemas.openxmlformats.org/officeDocument/2006/relationships/tags" Target="../tags/tag791.xml"/><Relationship Id="rId8" Type="http://schemas.openxmlformats.org/officeDocument/2006/relationships/tags" Target="../tags/tag790.xml"/><Relationship Id="rId7" Type="http://schemas.openxmlformats.org/officeDocument/2006/relationships/tags" Target="../tags/tag789.xml"/><Relationship Id="rId6" Type="http://schemas.openxmlformats.org/officeDocument/2006/relationships/tags" Target="../tags/tag788.xml"/><Relationship Id="rId5" Type="http://schemas.openxmlformats.org/officeDocument/2006/relationships/tags" Target="../tags/tag787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786.xml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4" Type="http://schemas.openxmlformats.org/officeDocument/2006/relationships/tags" Target="../tags/tag794.xml"/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9" Type="http://schemas.openxmlformats.org/officeDocument/2006/relationships/tags" Target="../tags/tag798.xml"/><Relationship Id="rId8" Type="http://schemas.openxmlformats.org/officeDocument/2006/relationships/tags" Target="../tags/tag79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79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95.xml"/><Relationship Id="rId13" Type="http://schemas.openxmlformats.org/officeDocument/2006/relationships/tags" Target="../tags/tag802.xml"/><Relationship Id="rId12" Type="http://schemas.openxmlformats.org/officeDocument/2006/relationships/tags" Target="../tags/tag801.xml"/><Relationship Id="rId11" Type="http://schemas.openxmlformats.org/officeDocument/2006/relationships/tags" Target="../tags/tag800.xml"/><Relationship Id="rId10" Type="http://schemas.openxmlformats.org/officeDocument/2006/relationships/tags" Target="../tags/tag799.xml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9" Type="http://schemas.openxmlformats.org/officeDocument/2006/relationships/tags" Target="../tags/tag806.xml"/><Relationship Id="rId8" Type="http://schemas.openxmlformats.org/officeDocument/2006/relationships/tags" Target="../tags/tag80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80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03.xml"/><Relationship Id="rId12" Type="http://schemas.openxmlformats.org/officeDocument/2006/relationships/tags" Target="../tags/tag809.xml"/><Relationship Id="rId11" Type="http://schemas.openxmlformats.org/officeDocument/2006/relationships/tags" Target="../tags/tag808.xml"/><Relationship Id="rId10" Type="http://schemas.openxmlformats.org/officeDocument/2006/relationships/tags" Target="../tags/tag807.xml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9" Type="http://schemas.openxmlformats.org/officeDocument/2006/relationships/tags" Target="../tags/tag813.xml"/><Relationship Id="rId8" Type="http://schemas.openxmlformats.org/officeDocument/2006/relationships/tags" Target="../tags/tag81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81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10.xml"/><Relationship Id="rId11" Type="http://schemas.openxmlformats.org/officeDocument/2006/relationships/tags" Target="../tags/tag815.xml"/><Relationship Id="rId10" Type="http://schemas.openxmlformats.org/officeDocument/2006/relationships/tags" Target="../tags/tag814.xml"/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9" Type="http://schemas.openxmlformats.org/officeDocument/2006/relationships/tags" Target="../tags/tag821.xml"/><Relationship Id="rId8" Type="http://schemas.openxmlformats.org/officeDocument/2006/relationships/tags" Target="../tags/tag820.xml"/><Relationship Id="rId7" Type="http://schemas.openxmlformats.org/officeDocument/2006/relationships/tags" Target="../tags/tag819.xml"/><Relationship Id="rId6" Type="http://schemas.openxmlformats.org/officeDocument/2006/relationships/tags" Target="../tags/tag818.xml"/><Relationship Id="rId5" Type="http://schemas.openxmlformats.org/officeDocument/2006/relationships/tags" Target="../tags/tag81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816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824.xml"/><Relationship Id="rId11" Type="http://schemas.openxmlformats.org/officeDocument/2006/relationships/tags" Target="../tags/tag823.xml"/><Relationship Id="rId10" Type="http://schemas.openxmlformats.org/officeDocument/2006/relationships/tags" Target="../tags/tag822.xml"/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9" Type="http://schemas.openxmlformats.org/officeDocument/2006/relationships/tags" Target="../tags/tag828.xml"/><Relationship Id="rId8" Type="http://schemas.openxmlformats.org/officeDocument/2006/relationships/tags" Target="../tags/tag82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82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25.xml"/><Relationship Id="rId11" Type="http://schemas.openxmlformats.org/officeDocument/2006/relationships/tags" Target="../tags/tag830.xml"/><Relationship Id="rId10" Type="http://schemas.openxmlformats.org/officeDocument/2006/relationships/tags" Target="../tags/tag829.xml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9" Type="http://schemas.openxmlformats.org/officeDocument/2006/relationships/tags" Target="../tags/tag83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3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32.xml"/><Relationship Id="rId2" Type="http://schemas.openxmlformats.org/officeDocument/2006/relationships/tags" Target="../tags/tag831.xml"/><Relationship Id="rId13" Type="http://schemas.openxmlformats.org/officeDocument/2006/relationships/tags" Target="../tags/tag838.xml"/><Relationship Id="rId12" Type="http://schemas.openxmlformats.org/officeDocument/2006/relationships/tags" Target="../tags/tag837.xml"/><Relationship Id="rId11" Type="http://schemas.openxmlformats.org/officeDocument/2006/relationships/tags" Target="../tags/tag836.xml"/><Relationship Id="rId10" Type="http://schemas.openxmlformats.org/officeDocument/2006/relationships/tags" Target="../tags/tag835.xml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9" Type="http://schemas.openxmlformats.org/officeDocument/2006/relationships/tags" Target="../tags/tag844.xml"/><Relationship Id="rId8" Type="http://schemas.openxmlformats.org/officeDocument/2006/relationships/tags" Target="../tags/tag843.xml"/><Relationship Id="rId7" Type="http://schemas.openxmlformats.org/officeDocument/2006/relationships/tags" Target="../tags/tag842.xml"/><Relationship Id="rId6" Type="http://schemas.openxmlformats.org/officeDocument/2006/relationships/tags" Target="../tags/tag84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40.xml"/><Relationship Id="rId2" Type="http://schemas.openxmlformats.org/officeDocument/2006/relationships/tags" Target="../tags/tag839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846.xml"/><Relationship Id="rId10" Type="http://schemas.openxmlformats.org/officeDocument/2006/relationships/tags" Target="../tags/tag845.xml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9" Type="http://schemas.openxmlformats.org/officeDocument/2006/relationships/tags" Target="../tags/tag85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4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48.xml"/><Relationship Id="rId2" Type="http://schemas.openxmlformats.org/officeDocument/2006/relationships/tags" Target="../tags/tag847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855.xml"/><Relationship Id="rId13" Type="http://schemas.openxmlformats.org/officeDocument/2006/relationships/tags" Target="../tags/tag854.xml"/><Relationship Id="rId12" Type="http://schemas.openxmlformats.org/officeDocument/2006/relationships/tags" Target="../tags/tag853.xml"/><Relationship Id="rId11" Type="http://schemas.openxmlformats.org/officeDocument/2006/relationships/tags" Target="../tags/tag852.xml"/><Relationship Id="rId10" Type="http://schemas.openxmlformats.org/officeDocument/2006/relationships/tags" Target="../tags/tag851.xml"/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9" Type="http://schemas.openxmlformats.org/officeDocument/2006/relationships/tags" Target="../tags/tag85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5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57.xml"/><Relationship Id="rId2" Type="http://schemas.openxmlformats.org/officeDocument/2006/relationships/tags" Target="../tags/tag856.xml"/><Relationship Id="rId14" Type="http://schemas.openxmlformats.org/officeDocument/2006/relationships/tags" Target="../tags/tag864.xml"/><Relationship Id="rId13" Type="http://schemas.openxmlformats.org/officeDocument/2006/relationships/tags" Target="../tags/tag863.xml"/><Relationship Id="rId12" Type="http://schemas.openxmlformats.org/officeDocument/2006/relationships/tags" Target="../tags/tag862.xml"/><Relationship Id="rId11" Type="http://schemas.openxmlformats.org/officeDocument/2006/relationships/tags" Target="../tags/tag861.xml"/><Relationship Id="rId10" Type="http://schemas.openxmlformats.org/officeDocument/2006/relationships/tags" Target="../tags/tag860.xml"/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9" Type="http://schemas.openxmlformats.org/officeDocument/2006/relationships/tags" Target="../tags/tag86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6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66.xml"/><Relationship Id="rId2" Type="http://schemas.openxmlformats.org/officeDocument/2006/relationships/tags" Target="../tags/tag865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875.xml"/><Relationship Id="rId15" Type="http://schemas.openxmlformats.org/officeDocument/2006/relationships/tags" Target="../tags/tag874.xml"/><Relationship Id="rId14" Type="http://schemas.openxmlformats.org/officeDocument/2006/relationships/tags" Target="../tags/tag873.xml"/><Relationship Id="rId13" Type="http://schemas.openxmlformats.org/officeDocument/2006/relationships/tags" Target="../tags/tag872.xml"/><Relationship Id="rId12" Type="http://schemas.openxmlformats.org/officeDocument/2006/relationships/tags" Target="../tags/tag871.xml"/><Relationship Id="rId11" Type="http://schemas.openxmlformats.org/officeDocument/2006/relationships/tags" Target="../tags/tag870.xml"/><Relationship Id="rId10" Type="http://schemas.openxmlformats.org/officeDocument/2006/relationships/tags" Target="../tags/tag869.xml"/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9" Type="http://schemas.openxmlformats.org/officeDocument/2006/relationships/tags" Target="../tags/tag87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7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77.xml"/><Relationship Id="rId2" Type="http://schemas.openxmlformats.org/officeDocument/2006/relationships/tags" Target="../tags/tag876.xml"/><Relationship Id="rId13" Type="http://schemas.openxmlformats.org/officeDocument/2006/relationships/tags" Target="../tags/tag883.xml"/><Relationship Id="rId12" Type="http://schemas.openxmlformats.org/officeDocument/2006/relationships/tags" Target="../tags/tag882.xml"/><Relationship Id="rId11" Type="http://schemas.openxmlformats.org/officeDocument/2006/relationships/tags" Target="../tags/tag881.xml"/><Relationship Id="rId10" Type="http://schemas.openxmlformats.org/officeDocument/2006/relationships/tags" Target="../tags/tag880.xml"/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9" Type="http://schemas.openxmlformats.org/officeDocument/2006/relationships/tags" Target="../tags/tag895.xml"/><Relationship Id="rId8" Type="http://schemas.openxmlformats.org/officeDocument/2006/relationships/tags" Target="../tags/tag894.xml"/><Relationship Id="rId7" Type="http://schemas.openxmlformats.org/officeDocument/2006/relationships/tags" Target="../tags/tag893.xml"/><Relationship Id="rId6" Type="http://schemas.openxmlformats.org/officeDocument/2006/relationships/tags" Target="../tags/tag892.xml"/><Relationship Id="rId5" Type="http://schemas.openxmlformats.org/officeDocument/2006/relationships/tags" Target="../tags/tag89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890.xml"/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9" Type="http://schemas.openxmlformats.org/officeDocument/2006/relationships/tags" Target="../tags/tag901.xml"/><Relationship Id="rId8" Type="http://schemas.openxmlformats.org/officeDocument/2006/relationships/tags" Target="../tags/tag900.xml"/><Relationship Id="rId7" Type="http://schemas.openxmlformats.org/officeDocument/2006/relationships/tags" Target="../tags/tag899.xml"/><Relationship Id="rId6" Type="http://schemas.openxmlformats.org/officeDocument/2006/relationships/tags" Target="../tags/tag898.xml"/><Relationship Id="rId5" Type="http://schemas.openxmlformats.org/officeDocument/2006/relationships/tags" Target="../tags/tag89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96.xml"/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9" Type="http://schemas.openxmlformats.org/officeDocument/2006/relationships/tags" Target="../tags/tag907.xml"/><Relationship Id="rId8" Type="http://schemas.openxmlformats.org/officeDocument/2006/relationships/tags" Target="../tags/tag906.xml"/><Relationship Id="rId7" Type="http://schemas.openxmlformats.org/officeDocument/2006/relationships/tags" Target="../tags/tag905.xml"/><Relationship Id="rId6" Type="http://schemas.openxmlformats.org/officeDocument/2006/relationships/tags" Target="../tags/tag904.xml"/><Relationship Id="rId5" Type="http://schemas.openxmlformats.org/officeDocument/2006/relationships/tags" Target="../tags/tag903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902.xml"/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9" Type="http://schemas.openxmlformats.org/officeDocument/2006/relationships/tags" Target="../tags/tag913.xml"/><Relationship Id="rId8" Type="http://schemas.openxmlformats.org/officeDocument/2006/relationships/tags" Target="../tags/tag912.xml"/><Relationship Id="rId7" Type="http://schemas.openxmlformats.org/officeDocument/2006/relationships/tags" Target="../tags/tag911.xml"/><Relationship Id="rId6" Type="http://schemas.openxmlformats.org/officeDocument/2006/relationships/tags" Target="../tags/tag910.xml"/><Relationship Id="rId5" Type="http://schemas.openxmlformats.org/officeDocument/2006/relationships/tags" Target="../tags/tag90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08.xml"/><Relationship Id="rId10" Type="http://schemas.openxmlformats.org/officeDocument/2006/relationships/tags" Target="../tags/tag914.xml"/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9" Type="http://schemas.openxmlformats.org/officeDocument/2006/relationships/tags" Target="../tags/tag920.xml"/><Relationship Id="rId8" Type="http://schemas.openxmlformats.org/officeDocument/2006/relationships/tags" Target="../tags/tag919.xml"/><Relationship Id="rId7" Type="http://schemas.openxmlformats.org/officeDocument/2006/relationships/tags" Target="../tags/tag918.xml"/><Relationship Id="rId6" Type="http://schemas.openxmlformats.org/officeDocument/2006/relationships/tags" Target="../tags/tag917.xml"/><Relationship Id="rId5" Type="http://schemas.openxmlformats.org/officeDocument/2006/relationships/tags" Target="../tags/tag91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15.xml"/><Relationship Id="rId12" Type="http://schemas.openxmlformats.org/officeDocument/2006/relationships/tags" Target="../tags/tag923.xml"/><Relationship Id="rId11" Type="http://schemas.openxmlformats.org/officeDocument/2006/relationships/tags" Target="../tags/tag922.xml"/><Relationship Id="rId10" Type="http://schemas.openxmlformats.org/officeDocument/2006/relationships/tags" Target="../tags/tag921.xml"/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9" Type="http://schemas.openxmlformats.org/officeDocument/2006/relationships/tags" Target="../tags/tag929.xml"/><Relationship Id="rId8" Type="http://schemas.openxmlformats.org/officeDocument/2006/relationships/tags" Target="../tags/tag928.xml"/><Relationship Id="rId7" Type="http://schemas.openxmlformats.org/officeDocument/2006/relationships/tags" Target="../tags/tag927.xml"/><Relationship Id="rId6" Type="http://schemas.openxmlformats.org/officeDocument/2006/relationships/tags" Target="../tags/tag926.xml"/><Relationship Id="rId5" Type="http://schemas.openxmlformats.org/officeDocument/2006/relationships/tags" Target="../tags/tag925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924.xml"/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4" Type="http://schemas.openxmlformats.org/officeDocument/2006/relationships/tags" Target="../tags/tag932.xml"/><Relationship Id="rId3" Type="http://schemas.openxmlformats.org/officeDocument/2006/relationships/tags" Target="../tags/tag931.xml"/><Relationship Id="rId2" Type="http://schemas.openxmlformats.org/officeDocument/2006/relationships/tags" Target="../tags/tag930.xml"/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9" Type="http://schemas.openxmlformats.org/officeDocument/2006/relationships/tags" Target="../tags/tag936.xml"/><Relationship Id="rId8" Type="http://schemas.openxmlformats.org/officeDocument/2006/relationships/tags" Target="../tags/tag93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93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33.xml"/><Relationship Id="rId13" Type="http://schemas.openxmlformats.org/officeDocument/2006/relationships/tags" Target="../tags/tag940.xml"/><Relationship Id="rId12" Type="http://schemas.openxmlformats.org/officeDocument/2006/relationships/tags" Target="../tags/tag939.xml"/><Relationship Id="rId11" Type="http://schemas.openxmlformats.org/officeDocument/2006/relationships/tags" Target="../tags/tag938.xml"/><Relationship Id="rId10" Type="http://schemas.openxmlformats.org/officeDocument/2006/relationships/tags" Target="../tags/tag937.xml"/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9" Type="http://schemas.openxmlformats.org/officeDocument/2006/relationships/tags" Target="../tags/tag944.xml"/><Relationship Id="rId8" Type="http://schemas.openxmlformats.org/officeDocument/2006/relationships/tags" Target="../tags/tag94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94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41.xml"/><Relationship Id="rId12" Type="http://schemas.openxmlformats.org/officeDocument/2006/relationships/tags" Target="../tags/tag947.xml"/><Relationship Id="rId11" Type="http://schemas.openxmlformats.org/officeDocument/2006/relationships/tags" Target="../tags/tag946.xml"/><Relationship Id="rId10" Type="http://schemas.openxmlformats.org/officeDocument/2006/relationships/tags" Target="../tags/tag945.xml"/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9" Type="http://schemas.openxmlformats.org/officeDocument/2006/relationships/tags" Target="../tags/tag951.xml"/><Relationship Id="rId8" Type="http://schemas.openxmlformats.org/officeDocument/2006/relationships/tags" Target="../tags/tag95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94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48.xml"/><Relationship Id="rId11" Type="http://schemas.openxmlformats.org/officeDocument/2006/relationships/tags" Target="../tags/tag953.xml"/><Relationship Id="rId10" Type="http://schemas.openxmlformats.org/officeDocument/2006/relationships/tags" Target="../tags/tag952.xml"/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9" Type="http://schemas.openxmlformats.org/officeDocument/2006/relationships/tags" Target="../tags/tag959.xml"/><Relationship Id="rId8" Type="http://schemas.openxmlformats.org/officeDocument/2006/relationships/tags" Target="../tags/tag958.xml"/><Relationship Id="rId7" Type="http://schemas.openxmlformats.org/officeDocument/2006/relationships/tags" Target="../tags/tag957.xml"/><Relationship Id="rId6" Type="http://schemas.openxmlformats.org/officeDocument/2006/relationships/tags" Target="../tags/tag956.xml"/><Relationship Id="rId5" Type="http://schemas.openxmlformats.org/officeDocument/2006/relationships/tags" Target="../tags/tag95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954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962.xml"/><Relationship Id="rId11" Type="http://schemas.openxmlformats.org/officeDocument/2006/relationships/tags" Target="../tags/tag961.xml"/><Relationship Id="rId10" Type="http://schemas.openxmlformats.org/officeDocument/2006/relationships/tags" Target="../tags/tag960.xml"/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9" Type="http://schemas.openxmlformats.org/officeDocument/2006/relationships/tags" Target="../tags/tag966.xml"/><Relationship Id="rId8" Type="http://schemas.openxmlformats.org/officeDocument/2006/relationships/tags" Target="../tags/tag96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96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63.xml"/><Relationship Id="rId11" Type="http://schemas.openxmlformats.org/officeDocument/2006/relationships/tags" Target="../tags/tag968.xml"/><Relationship Id="rId10" Type="http://schemas.openxmlformats.org/officeDocument/2006/relationships/tags" Target="../tags/tag967.xml"/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9" Type="http://schemas.openxmlformats.org/officeDocument/2006/relationships/tags" Target="../tags/tag97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97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70.xml"/><Relationship Id="rId2" Type="http://schemas.openxmlformats.org/officeDocument/2006/relationships/tags" Target="../tags/tag969.xml"/><Relationship Id="rId13" Type="http://schemas.openxmlformats.org/officeDocument/2006/relationships/tags" Target="../tags/tag976.xml"/><Relationship Id="rId12" Type="http://schemas.openxmlformats.org/officeDocument/2006/relationships/tags" Target="../tags/tag975.xml"/><Relationship Id="rId11" Type="http://schemas.openxmlformats.org/officeDocument/2006/relationships/tags" Target="../tags/tag974.xml"/><Relationship Id="rId10" Type="http://schemas.openxmlformats.org/officeDocument/2006/relationships/tags" Target="../tags/tag973.xml"/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9" Type="http://schemas.openxmlformats.org/officeDocument/2006/relationships/tags" Target="../tags/tag982.xml"/><Relationship Id="rId8" Type="http://schemas.openxmlformats.org/officeDocument/2006/relationships/tags" Target="../tags/tag981.xml"/><Relationship Id="rId7" Type="http://schemas.openxmlformats.org/officeDocument/2006/relationships/tags" Target="../tags/tag980.xml"/><Relationship Id="rId6" Type="http://schemas.openxmlformats.org/officeDocument/2006/relationships/tags" Target="../tags/tag97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78.xml"/><Relationship Id="rId2" Type="http://schemas.openxmlformats.org/officeDocument/2006/relationships/tags" Target="../tags/tag977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984.xml"/><Relationship Id="rId10" Type="http://schemas.openxmlformats.org/officeDocument/2006/relationships/tags" Target="../tags/tag983.xml"/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9" Type="http://schemas.openxmlformats.org/officeDocument/2006/relationships/tags" Target="../tags/tag98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98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86.xml"/><Relationship Id="rId2" Type="http://schemas.openxmlformats.org/officeDocument/2006/relationships/tags" Target="../tags/tag985.xml"/><Relationship Id="rId16" Type="http://schemas.openxmlformats.org/officeDocument/2006/relationships/image" Target="../media/image9.svg"/><Relationship Id="rId15" Type="http://schemas.openxmlformats.org/officeDocument/2006/relationships/image" Target="../media/image8.png"/><Relationship Id="rId14" Type="http://schemas.openxmlformats.org/officeDocument/2006/relationships/tags" Target="../tags/tag993.xml"/><Relationship Id="rId13" Type="http://schemas.openxmlformats.org/officeDocument/2006/relationships/tags" Target="../tags/tag992.xml"/><Relationship Id="rId12" Type="http://schemas.openxmlformats.org/officeDocument/2006/relationships/tags" Target="../tags/tag991.xml"/><Relationship Id="rId11" Type="http://schemas.openxmlformats.org/officeDocument/2006/relationships/tags" Target="../tags/tag990.xml"/><Relationship Id="rId10" Type="http://schemas.openxmlformats.org/officeDocument/2006/relationships/tags" Target="../tags/tag989.xml"/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9" Type="http://schemas.openxmlformats.org/officeDocument/2006/relationships/tags" Target="../tags/tag99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99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95.xml"/><Relationship Id="rId2" Type="http://schemas.openxmlformats.org/officeDocument/2006/relationships/tags" Target="../tags/tag994.xml"/><Relationship Id="rId14" Type="http://schemas.openxmlformats.org/officeDocument/2006/relationships/tags" Target="../tags/tag1002.xml"/><Relationship Id="rId13" Type="http://schemas.openxmlformats.org/officeDocument/2006/relationships/tags" Target="../tags/tag1001.xml"/><Relationship Id="rId12" Type="http://schemas.openxmlformats.org/officeDocument/2006/relationships/tags" Target="../tags/tag1000.xml"/><Relationship Id="rId11" Type="http://schemas.openxmlformats.org/officeDocument/2006/relationships/tags" Target="../tags/tag999.xml"/><Relationship Id="rId10" Type="http://schemas.openxmlformats.org/officeDocument/2006/relationships/tags" Target="../tags/tag998.xml"/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9" Type="http://schemas.openxmlformats.org/officeDocument/2006/relationships/tags" Target="../tags/tag100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00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004.xml"/><Relationship Id="rId2" Type="http://schemas.openxmlformats.org/officeDocument/2006/relationships/tags" Target="../tags/tag1003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1013.xml"/><Relationship Id="rId15" Type="http://schemas.openxmlformats.org/officeDocument/2006/relationships/tags" Target="../tags/tag1012.xml"/><Relationship Id="rId14" Type="http://schemas.openxmlformats.org/officeDocument/2006/relationships/tags" Target="../tags/tag1011.xml"/><Relationship Id="rId13" Type="http://schemas.openxmlformats.org/officeDocument/2006/relationships/tags" Target="../tags/tag1010.xml"/><Relationship Id="rId12" Type="http://schemas.openxmlformats.org/officeDocument/2006/relationships/tags" Target="../tags/tag1009.xml"/><Relationship Id="rId11" Type="http://schemas.openxmlformats.org/officeDocument/2006/relationships/tags" Target="../tags/tag1008.xml"/><Relationship Id="rId10" Type="http://schemas.openxmlformats.org/officeDocument/2006/relationships/tags" Target="../tags/tag1007.xml"/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9" Type="http://schemas.openxmlformats.org/officeDocument/2006/relationships/tags" Target="../tags/tag101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01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015.xml"/><Relationship Id="rId2" Type="http://schemas.openxmlformats.org/officeDocument/2006/relationships/tags" Target="../tags/tag1014.xml"/><Relationship Id="rId13" Type="http://schemas.openxmlformats.org/officeDocument/2006/relationships/tags" Target="../tags/tag1021.xml"/><Relationship Id="rId12" Type="http://schemas.openxmlformats.org/officeDocument/2006/relationships/tags" Target="../tags/tag1020.xml"/><Relationship Id="rId11" Type="http://schemas.openxmlformats.org/officeDocument/2006/relationships/tags" Target="../tags/tag1019.xml"/><Relationship Id="rId10" Type="http://schemas.openxmlformats.org/officeDocument/2006/relationships/tags" Target="../tags/tag1018.xml"/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9" Type="http://schemas.openxmlformats.org/officeDocument/2006/relationships/tags" Target="../tags/tag1033.xml"/><Relationship Id="rId8" Type="http://schemas.openxmlformats.org/officeDocument/2006/relationships/tags" Target="../tags/tag1032.xml"/><Relationship Id="rId7" Type="http://schemas.openxmlformats.org/officeDocument/2006/relationships/tags" Target="../tags/tag1031.xml"/><Relationship Id="rId6" Type="http://schemas.openxmlformats.org/officeDocument/2006/relationships/tags" Target="../tags/tag1030.xml"/><Relationship Id="rId5" Type="http://schemas.openxmlformats.org/officeDocument/2006/relationships/tags" Target="../tags/tag102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028.xml"/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9" Type="http://schemas.openxmlformats.org/officeDocument/2006/relationships/tags" Target="../tags/tag1039.xml"/><Relationship Id="rId8" Type="http://schemas.openxmlformats.org/officeDocument/2006/relationships/tags" Target="../tags/tag1038.xml"/><Relationship Id="rId7" Type="http://schemas.openxmlformats.org/officeDocument/2006/relationships/tags" Target="../tags/tag1037.xml"/><Relationship Id="rId6" Type="http://schemas.openxmlformats.org/officeDocument/2006/relationships/tags" Target="../tags/tag1036.xml"/><Relationship Id="rId5" Type="http://schemas.openxmlformats.org/officeDocument/2006/relationships/tags" Target="../tags/tag103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34.xml"/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9" Type="http://schemas.openxmlformats.org/officeDocument/2006/relationships/tags" Target="../tags/tag1045.xml"/><Relationship Id="rId8" Type="http://schemas.openxmlformats.org/officeDocument/2006/relationships/tags" Target="../tags/tag1044.xml"/><Relationship Id="rId7" Type="http://schemas.openxmlformats.org/officeDocument/2006/relationships/tags" Target="../tags/tag1043.xml"/><Relationship Id="rId6" Type="http://schemas.openxmlformats.org/officeDocument/2006/relationships/tags" Target="../tags/tag1042.xml"/><Relationship Id="rId5" Type="http://schemas.openxmlformats.org/officeDocument/2006/relationships/tags" Target="../tags/tag1041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040.xml"/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9" Type="http://schemas.openxmlformats.org/officeDocument/2006/relationships/tags" Target="../tags/tag1051.xml"/><Relationship Id="rId8" Type="http://schemas.openxmlformats.org/officeDocument/2006/relationships/tags" Target="../tags/tag1050.xml"/><Relationship Id="rId7" Type="http://schemas.openxmlformats.org/officeDocument/2006/relationships/tags" Target="../tags/tag1049.xml"/><Relationship Id="rId6" Type="http://schemas.openxmlformats.org/officeDocument/2006/relationships/tags" Target="../tags/tag1048.xml"/><Relationship Id="rId5" Type="http://schemas.openxmlformats.org/officeDocument/2006/relationships/tags" Target="../tags/tag104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46.xml"/><Relationship Id="rId10" Type="http://schemas.openxmlformats.org/officeDocument/2006/relationships/tags" Target="../tags/tag1052.xml"/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9" Type="http://schemas.openxmlformats.org/officeDocument/2006/relationships/tags" Target="../tags/tag1058.xml"/><Relationship Id="rId8" Type="http://schemas.openxmlformats.org/officeDocument/2006/relationships/tags" Target="../tags/tag1057.xml"/><Relationship Id="rId7" Type="http://schemas.openxmlformats.org/officeDocument/2006/relationships/tags" Target="../tags/tag1056.xml"/><Relationship Id="rId6" Type="http://schemas.openxmlformats.org/officeDocument/2006/relationships/tags" Target="../tags/tag1055.xml"/><Relationship Id="rId5" Type="http://schemas.openxmlformats.org/officeDocument/2006/relationships/tags" Target="../tags/tag105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53.xml"/><Relationship Id="rId12" Type="http://schemas.openxmlformats.org/officeDocument/2006/relationships/tags" Target="../tags/tag1061.xml"/><Relationship Id="rId11" Type="http://schemas.openxmlformats.org/officeDocument/2006/relationships/tags" Target="../tags/tag1060.xml"/><Relationship Id="rId10" Type="http://schemas.openxmlformats.org/officeDocument/2006/relationships/tags" Target="../tags/tag1059.xml"/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9" Type="http://schemas.openxmlformats.org/officeDocument/2006/relationships/tags" Target="../tags/tag1067.xml"/><Relationship Id="rId8" Type="http://schemas.openxmlformats.org/officeDocument/2006/relationships/tags" Target="../tags/tag1066.xml"/><Relationship Id="rId7" Type="http://schemas.openxmlformats.org/officeDocument/2006/relationships/tags" Target="../tags/tag1065.xml"/><Relationship Id="rId6" Type="http://schemas.openxmlformats.org/officeDocument/2006/relationships/tags" Target="../tags/tag1064.xml"/><Relationship Id="rId5" Type="http://schemas.openxmlformats.org/officeDocument/2006/relationships/tags" Target="../tags/tag1063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062.xml"/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4" Type="http://schemas.openxmlformats.org/officeDocument/2006/relationships/tags" Target="../tags/tag1070.xml"/><Relationship Id="rId3" Type="http://schemas.openxmlformats.org/officeDocument/2006/relationships/tags" Target="../tags/tag1069.xml"/><Relationship Id="rId2" Type="http://schemas.openxmlformats.org/officeDocument/2006/relationships/tags" Target="../tags/tag1068.xml"/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9" Type="http://schemas.openxmlformats.org/officeDocument/2006/relationships/tags" Target="../tags/tag1074.xml"/><Relationship Id="rId8" Type="http://schemas.openxmlformats.org/officeDocument/2006/relationships/tags" Target="../tags/tag107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07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71.xml"/><Relationship Id="rId13" Type="http://schemas.openxmlformats.org/officeDocument/2006/relationships/tags" Target="../tags/tag1078.xml"/><Relationship Id="rId12" Type="http://schemas.openxmlformats.org/officeDocument/2006/relationships/tags" Target="../tags/tag1077.xml"/><Relationship Id="rId11" Type="http://schemas.openxmlformats.org/officeDocument/2006/relationships/tags" Target="../tags/tag1076.xml"/><Relationship Id="rId10" Type="http://schemas.openxmlformats.org/officeDocument/2006/relationships/tags" Target="../tags/tag1075.xml"/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9" Type="http://schemas.openxmlformats.org/officeDocument/2006/relationships/tags" Target="../tags/tag1082.xml"/><Relationship Id="rId8" Type="http://schemas.openxmlformats.org/officeDocument/2006/relationships/tags" Target="../tags/tag108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08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79.xml"/><Relationship Id="rId12" Type="http://schemas.openxmlformats.org/officeDocument/2006/relationships/tags" Target="../tags/tag1085.xml"/><Relationship Id="rId11" Type="http://schemas.openxmlformats.org/officeDocument/2006/relationships/tags" Target="../tags/tag1084.xml"/><Relationship Id="rId10" Type="http://schemas.openxmlformats.org/officeDocument/2006/relationships/tags" Target="../tags/tag1083.xml"/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9" Type="http://schemas.openxmlformats.org/officeDocument/2006/relationships/tags" Target="../tags/tag1089.xml"/><Relationship Id="rId8" Type="http://schemas.openxmlformats.org/officeDocument/2006/relationships/tags" Target="../tags/tag108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08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86.xml"/><Relationship Id="rId11" Type="http://schemas.openxmlformats.org/officeDocument/2006/relationships/tags" Target="../tags/tag1091.xml"/><Relationship Id="rId10" Type="http://schemas.openxmlformats.org/officeDocument/2006/relationships/tags" Target="../tags/tag1090.xml"/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9" Type="http://schemas.openxmlformats.org/officeDocument/2006/relationships/tags" Target="../tags/tag1097.xml"/><Relationship Id="rId8" Type="http://schemas.openxmlformats.org/officeDocument/2006/relationships/tags" Target="../tags/tag1096.xml"/><Relationship Id="rId7" Type="http://schemas.openxmlformats.org/officeDocument/2006/relationships/tags" Target="../tags/tag1095.xml"/><Relationship Id="rId6" Type="http://schemas.openxmlformats.org/officeDocument/2006/relationships/tags" Target="../tags/tag1094.xml"/><Relationship Id="rId5" Type="http://schemas.openxmlformats.org/officeDocument/2006/relationships/tags" Target="../tags/tag109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092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1100.xml"/><Relationship Id="rId11" Type="http://schemas.openxmlformats.org/officeDocument/2006/relationships/tags" Target="../tags/tag1099.xml"/><Relationship Id="rId10" Type="http://schemas.openxmlformats.org/officeDocument/2006/relationships/tags" Target="../tags/tag1098.xml"/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9" Type="http://schemas.openxmlformats.org/officeDocument/2006/relationships/tags" Target="../tags/tag1104.xml"/><Relationship Id="rId8" Type="http://schemas.openxmlformats.org/officeDocument/2006/relationships/tags" Target="../tags/tag110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10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01.xml"/><Relationship Id="rId11" Type="http://schemas.openxmlformats.org/officeDocument/2006/relationships/tags" Target="../tags/tag1106.xml"/><Relationship Id="rId10" Type="http://schemas.openxmlformats.org/officeDocument/2006/relationships/tags" Target="../tags/tag1105.xml"/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9" Type="http://schemas.openxmlformats.org/officeDocument/2006/relationships/tags" Target="../tags/tag111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0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08.xml"/><Relationship Id="rId2" Type="http://schemas.openxmlformats.org/officeDocument/2006/relationships/tags" Target="../tags/tag1107.xml"/><Relationship Id="rId13" Type="http://schemas.openxmlformats.org/officeDocument/2006/relationships/tags" Target="../tags/tag1114.xml"/><Relationship Id="rId12" Type="http://schemas.openxmlformats.org/officeDocument/2006/relationships/tags" Target="../tags/tag1113.xml"/><Relationship Id="rId11" Type="http://schemas.openxmlformats.org/officeDocument/2006/relationships/tags" Target="../tags/tag1112.xml"/><Relationship Id="rId10" Type="http://schemas.openxmlformats.org/officeDocument/2006/relationships/tags" Target="../tags/tag1111.xml"/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9" Type="http://schemas.openxmlformats.org/officeDocument/2006/relationships/tags" Target="../tags/tag1120.xml"/><Relationship Id="rId8" Type="http://schemas.openxmlformats.org/officeDocument/2006/relationships/tags" Target="../tags/tag1119.xml"/><Relationship Id="rId7" Type="http://schemas.openxmlformats.org/officeDocument/2006/relationships/tags" Target="../tags/tag1118.xml"/><Relationship Id="rId6" Type="http://schemas.openxmlformats.org/officeDocument/2006/relationships/tags" Target="../tags/tag111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16.xml"/><Relationship Id="rId2" Type="http://schemas.openxmlformats.org/officeDocument/2006/relationships/tags" Target="../tags/tag1115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1122.xml"/><Relationship Id="rId10" Type="http://schemas.openxmlformats.org/officeDocument/2006/relationships/tags" Target="../tags/tag1121.xml"/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112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2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24.xml"/><Relationship Id="rId2" Type="http://schemas.openxmlformats.org/officeDocument/2006/relationships/tags" Target="../tags/tag1123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1131.xml"/><Relationship Id="rId13" Type="http://schemas.openxmlformats.org/officeDocument/2006/relationships/tags" Target="../tags/tag1130.xml"/><Relationship Id="rId12" Type="http://schemas.openxmlformats.org/officeDocument/2006/relationships/tags" Target="../tags/tag1129.xml"/><Relationship Id="rId11" Type="http://schemas.openxmlformats.org/officeDocument/2006/relationships/tags" Target="../tags/tag1128.xml"/><Relationship Id="rId10" Type="http://schemas.openxmlformats.org/officeDocument/2006/relationships/tags" Target="../tags/tag1127.xml"/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9" Type="http://schemas.openxmlformats.org/officeDocument/2006/relationships/tags" Target="../tags/tag113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3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33.xml"/><Relationship Id="rId2" Type="http://schemas.openxmlformats.org/officeDocument/2006/relationships/tags" Target="../tags/tag1132.xml"/><Relationship Id="rId14" Type="http://schemas.openxmlformats.org/officeDocument/2006/relationships/tags" Target="../tags/tag1140.xml"/><Relationship Id="rId13" Type="http://schemas.openxmlformats.org/officeDocument/2006/relationships/tags" Target="../tags/tag1139.xml"/><Relationship Id="rId12" Type="http://schemas.openxmlformats.org/officeDocument/2006/relationships/tags" Target="../tags/tag1138.xml"/><Relationship Id="rId11" Type="http://schemas.openxmlformats.org/officeDocument/2006/relationships/tags" Target="../tags/tag1137.xml"/><Relationship Id="rId10" Type="http://schemas.openxmlformats.org/officeDocument/2006/relationships/tags" Target="../tags/tag1136.xml"/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9" Type="http://schemas.openxmlformats.org/officeDocument/2006/relationships/tags" Target="../tags/tag114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4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42.xml"/><Relationship Id="rId2" Type="http://schemas.openxmlformats.org/officeDocument/2006/relationships/tags" Target="../tags/tag1141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1151.xml"/><Relationship Id="rId15" Type="http://schemas.openxmlformats.org/officeDocument/2006/relationships/tags" Target="../tags/tag1150.xml"/><Relationship Id="rId14" Type="http://schemas.openxmlformats.org/officeDocument/2006/relationships/tags" Target="../tags/tag1149.xml"/><Relationship Id="rId13" Type="http://schemas.openxmlformats.org/officeDocument/2006/relationships/tags" Target="../tags/tag1148.xml"/><Relationship Id="rId12" Type="http://schemas.openxmlformats.org/officeDocument/2006/relationships/tags" Target="../tags/tag1147.xml"/><Relationship Id="rId11" Type="http://schemas.openxmlformats.org/officeDocument/2006/relationships/tags" Target="../tags/tag1146.xml"/><Relationship Id="rId10" Type="http://schemas.openxmlformats.org/officeDocument/2006/relationships/tags" Target="../tags/tag1145.xml"/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
<Relationships xmlns="http://schemas.openxmlformats.org/package/2006/relationships"><Relationship Id="rId9" Type="http://schemas.openxmlformats.org/officeDocument/2006/relationships/tags" Target="../tags/tag115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5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53.xml"/><Relationship Id="rId2" Type="http://schemas.openxmlformats.org/officeDocument/2006/relationships/tags" Target="../tags/tag1152.xml"/><Relationship Id="rId13" Type="http://schemas.openxmlformats.org/officeDocument/2006/relationships/tags" Target="../tags/tag1159.xml"/><Relationship Id="rId12" Type="http://schemas.openxmlformats.org/officeDocument/2006/relationships/tags" Target="../tags/tag1158.xml"/><Relationship Id="rId11" Type="http://schemas.openxmlformats.org/officeDocument/2006/relationships/tags" Target="../tags/tag1157.xml"/><Relationship Id="rId10" Type="http://schemas.openxmlformats.org/officeDocument/2006/relationships/tags" Target="../tags/tag1156.xml"/><Relationship Id="rId1" Type="http://schemas.openxmlformats.org/officeDocument/2006/relationships/slideMaster" Target="../slideMasters/slideMaster9.xml"/></Relationships>
</file>

<file path=ppt/slideLayouts/_rels/slideLayout156.xml.rels><?xml version="1.0" encoding="UTF-8" standalone="yes"?>
<Relationships xmlns="http://schemas.openxmlformats.org/package/2006/relationships"><Relationship Id="rId9" Type="http://schemas.openxmlformats.org/officeDocument/2006/relationships/tags" Target="../tags/tag1171.xml"/><Relationship Id="rId8" Type="http://schemas.openxmlformats.org/officeDocument/2006/relationships/tags" Target="../tags/tag1170.xml"/><Relationship Id="rId7" Type="http://schemas.openxmlformats.org/officeDocument/2006/relationships/tags" Target="../tags/tag1169.xml"/><Relationship Id="rId6" Type="http://schemas.openxmlformats.org/officeDocument/2006/relationships/tags" Target="../tags/tag1168.xml"/><Relationship Id="rId5" Type="http://schemas.openxmlformats.org/officeDocument/2006/relationships/tags" Target="../tags/tag116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166.xml"/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9" Type="http://schemas.openxmlformats.org/officeDocument/2006/relationships/tags" Target="../tags/tag1177.xml"/><Relationship Id="rId8" Type="http://schemas.openxmlformats.org/officeDocument/2006/relationships/tags" Target="../tags/tag1176.xml"/><Relationship Id="rId7" Type="http://schemas.openxmlformats.org/officeDocument/2006/relationships/tags" Target="../tags/tag1175.xml"/><Relationship Id="rId6" Type="http://schemas.openxmlformats.org/officeDocument/2006/relationships/tags" Target="../tags/tag1174.xml"/><Relationship Id="rId5" Type="http://schemas.openxmlformats.org/officeDocument/2006/relationships/tags" Target="../tags/tag117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72.xml"/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9" Type="http://schemas.openxmlformats.org/officeDocument/2006/relationships/tags" Target="../tags/tag1183.xml"/><Relationship Id="rId8" Type="http://schemas.openxmlformats.org/officeDocument/2006/relationships/tags" Target="../tags/tag1182.xml"/><Relationship Id="rId7" Type="http://schemas.openxmlformats.org/officeDocument/2006/relationships/tags" Target="../tags/tag1181.xml"/><Relationship Id="rId6" Type="http://schemas.openxmlformats.org/officeDocument/2006/relationships/tags" Target="../tags/tag1180.xml"/><Relationship Id="rId5" Type="http://schemas.openxmlformats.org/officeDocument/2006/relationships/tags" Target="../tags/tag1179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178.xml"/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9" Type="http://schemas.openxmlformats.org/officeDocument/2006/relationships/tags" Target="../tags/tag1189.xml"/><Relationship Id="rId8" Type="http://schemas.openxmlformats.org/officeDocument/2006/relationships/tags" Target="../tags/tag1188.xml"/><Relationship Id="rId7" Type="http://schemas.openxmlformats.org/officeDocument/2006/relationships/tags" Target="../tags/tag1187.xml"/><Relationship Id="rId6" Type="http://schemas.openxmlformats.org/officeDocument/2006/relationships/tags" Target="../tags/tag1186.xml"/><Relationship Id="rId5" Type="http://schemas.openxmlformats.org/officeDocument/2006/relationships/tags" Target="../tags/tag118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84.xml"/><Relationship Id="rId10" Type="http://schemas.openxmlformats.org/officeDocument/2006/relationships/tags" Target="../tags/tag1190.xml"/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9" Type="http://schemas.openxmlformats.org/officeDocument/2006/relationships/tags" Target="../tags/tag1196.xml"/><Relationship Id="rId8" Type="http://schemas.openxmlformats.org/officeDocument/2006/relationships/tags" Target="../tags/tag1195.xml"/><Relationship Id="rId7" Type="http://schemas.openxmlformats.org/officeDocument/2006/relationships/tags" Target="../tags/tag1194.xml"/><Relationship Id="rId6" Type="http://schemas.openxmlformats.org/officeDocument/2006/relationships/tags" Target="../tags/tag1193.xml"/><Relationship Id="rId5" Type="http://schemas.openxmlformats.org/officeDocument/2006/relationships/tags" Target="../tags/tag119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91.xml"/><Relationship Id="rId12" Type="http://schemas.openxmlformats.org/officeDocument/2006/relationships/tags" Target="../tags/tag1199.xml"/><Relationship Id="rId11" Type="http://schemas.openxmlformats.org/officeDocument/2006/relationships/tags" Target="../tags/tag1198.xml"/><Relationship Id="rId10" Type="http://schemas.openxmlformats.org/officeDocument/2006/relationships/tags" Target="../tags/tag1197.xml"/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9" Type="http://schemas.openxmlformats.org/officeDocument/2006/relationships/tags" Target="../tags/tag1205.xml"/><Relationship Id="rId8" Type="http://schemas.openxmlformats.org/officeDocument/2006/relationships/tags" Target="../tags/tag1204.xml"/><Relationship Id="rId7" Type="http://schemas.openxmlformats.org/officeDocument/2006/relationships/tags" Target="../tags/tag1203.xml"/><Relationship Id="rId6" Type="http://schemas.openxmlformats.org/officeDocument/2006/relationships/tags" Target="../tags/tag1202.xml"/><Relationship Id="rId5" Type="http://schemas.openxmlformats.org/officeDocument/2006/relationships/tags" Target="../tags/tag1201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200.xml"/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4" Type="http://schemas.openxmlformats.org/officeDocument/2006/relationships/tags" Target="../tags/tag1208.xml"/><Relationship Id="rId3" Type="http://schemas.openxmlformats.org/officeDocument/2006/relationships/tags" Target="../tags/tag1207.xml"/><Relationship Id="rId2" Type="http://schemas.openxmlformats.org/officeDocument/2006/relationships/tags" Target="../tags/tag1206.xml"/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9" Type="http://schemas.openxmlformats.org/officeDocument/2006/relationships/tags" Target="../tags/tag1212.xml"/><Relationship Id="rId8" Type="http://schemas.openxmlformats.org/officeDocument/2006/relationships/tags" Target="../tags/tag121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1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09.xml"/><Relationship Id="rId13" Type="http://schemas.openxmlformats.org/officeDocument/2006/relationships/tags" Target="../tags/tag1216.xml"/><Relationship Id="rId12" Type="http://schemas.openxmlformats.org/officeDocument/2006/relationships/tags" Target="../tags/tag1215.xml"/><Relationship Id="rId11" Type="http://schemas.openxmlformats.org/officeDocument/2006/relationships/tags" Target="../tags/tag1214.xml"/><Relationship Id="rId10" Type="http://schemas.openxmlformats.org/officeDocument/2006/relationships/tags" Target="../tags/tag1213.xml"/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9" Type="http://schemas.openxmlformats.org/officeDocument/2006/relationships/tags" Target="../tags/tag1220.xml"/><Relationship Id="rId8" Type="http://schemas.openxmlformats.org/officeDocument/2006/relationships/tags" Target="../tags/tag121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1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17.xml"/><Relationship Id="rId12" Type="http://schemas.openxmlformats.org/officeDocument/2006/relationships/tags" Target="../tags/tag1223.xml"/><Relationship Id="rId11" Type="http://schemas.openxmlformats.org/officeDocument/2006/relationships/tags" Target="../tags/tag1222.xml"/><Relationship Id="rId10" Type="http://schemas.openxmlformats.org/officeDocument/2006/relationships/tags" Target="../tags/tag1221.xml"/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9" Type="http://schemas.openxmlformats.org/officeDocument/2006/relationships/tags" Target="../tags/tag1227.xml"/><Relationship Id="rId8" Type="http://schemas.openxmlformats.org/officeDocument/2006/relationships/tags" Target="../tags/tag122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2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24.xml"/><Relationship Id="rId11" Type="http://schemas.openxmlformats.org/officeDocument/2006/relationships/tags" Target="../tags/tag1229.xml"/><Relationship Id="rId10" Type="http://schemas.openxmlformats.org/officeDocument/2006/relationships/tags" Target="../tags/tag1228.xml"/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9" Type="http://schemas.openxmlformats.org/officeDocument/2006/relationships/tags" Target="../tags/tag1235.xml"/><Relationship Id="rId8" Type="http://schemas.openxmlformats.org/officeDocument/2006/relationships/tags" Target="../tags/tag1234.xml"/><Relationship Id="rId7" Type="http://schemas.openxmlformats.org/officeDocument/2006/relationships/tags" Target="../tags/tag1233.xml"/><Relationship Id="rId6" Type="http://schemas.openxmlformats.org/officeDocument/2006/relationships/tags" Target="../tags/tag1232.xml"/><Relationship Id="rId5" Type="http://schemas.openxmlformats.org/officeDocument/2006/relationships/tags" Target="../tags/tag123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230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1238.xml"/><Relationship Id="rId11" Type="http://schemas.openxmlformats.org/officeDocument/2006/relationships/tags" Target="../tags/tag1237.xml"/><Relationship Id="rId10" Type="http://schemas.openxmlformats.org/officeDocument/2006/relationships/tags" Target="../tags/tag1236.xml"/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9" Type="http://schemas.openxmlformats.org/officeDocument/2006/relationships/tags" Target="../tags/tag1242.xml"/><Relationship Id="rId8" Type="http://schemas.openxmlformats.org/officeDocument/2006/relationships/tags" Target="../tags/tag124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4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39.xml"/><Relationship Id="rId11" Type="http://schemas.openxmlformats.org/officeDocument/2006/relationships/tags" Target="../tags/tag1244.xml"/><Relationship Id="rId10" Type="http://schemas.openxmlformats.org/officeDocument/2006/relationships/tags" Target="../tags/tag1243.xml"/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9" Type="http://schemas.openxmlformats.org/officeDocument/2006/relationships/tags" Target="../tags/tag124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4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46.xml"/><Relationship Id="rId2" Type="http://schemas.openxmlformats.org/officeDocument/2006/relationships/tags" Target="../tags/tag1245.xml"/><Relationship Id="rId13" Type="http://schemas.openxmlformats.org/officeDocument/2006/relationships/tags" Target="../tags/tag1252.xml"/><Relationship Id="rId12" Type="http://schemas.openxmlformats.org/officeDocument/2006/relationships/tags" Target="../tags/tag1251.xml"/><Relationship Id="rId11" Type="http://schemas.openxmlformats.org/officeDocument/2006/relationships/tags" Target="../tags/tag1250.xml"/><Relationship Id="rId10" Type="http://schemas.openxmlformats.org/officeDocument/2006/relationships/tags" Target="../tags/tag1249.xml"/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9" Type="http://schemas.openxmlformats.org/officeDocument/2006/relationships/tags" Target="../tags/tag1258.xml"/><Relationship Id="rId8" Type="http://schemas.openxmlformats.org/officeDocument/2006/relationships/tags" Target="../tags/tag1257.xml"/><Relationship Id="rId7" Type="http://schemas.openxmlformats.org/officeDocument/2006/relationships/tags" Target="../tags/tag1256.xml"/><Relationship Id="rId6" Type="http://schemas.openxmlformats.org/officeDocument/2006/relationships/tags" Target="../tags/tag125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54.xml"/><Relationship Id="rId2" Type="http://schemas.openxmlformats.org/officeDocument/2006/relationships/tags" Target="../tags/tag1253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1260.xml"/><Relationship Id="rId10" Type="http://schemas.openxmlformats.org/officeDocument/2006/relationships/tags" Target="../tags/tag1259.xml"/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9" Type="http://schemas.openxmlformats.org/officeDocument/2006/relationships/tags" Target="../tags/tag126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6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62.xml"/><Relationship Id="rId2" Type="http://schemas.openxmlformats.org/officeDocument/2006/relationships/tags" Target="../tags/tag1261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1269.xml"/><Relationship Id="rId13" Type="http://schemas.openxmlformats.org/officeDocument/2006/relationships/tags" Target="../tags/tag1268.xml"/><Relationship Id="rId12" Type="http://schemas.openxmlformats.org/officeDocument/2006/relationships/tags" Target="../tags/tag1267.xml"/><Relationship Id="rId11" Type="http://schemas.openxmlformats.org/officeDocument/2006/relationships/tags" Target="../tags/tag1266.xml"/><Relationship Id="rId10" Type="http://schemas.openxmlformats.org/officeDocument/2006/relationships/tags" Target="../tags/tag1265.xml"/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9" Type="http://schemas.openxmlformats.org/officeDocument/2006/relationships/tags" Target="../tags/tag127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7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71.xml"/><Relationship Id="rId2" Type="http://schemas.openxmlformats.org/officeDocument/2006/relationships/tags" Target="../tags/tag1270.xml"/><Relationship Id="rId14" Type="http://schemas.openxmlformats.org/officeDocument/2006/relationships/tags" Target="../tags/tag1278.xml"/><Relationship Id="rId13" Type="http://schemas.openxmlformats.org/officeDocument/2006/relationships/tags" Target="../tags/tag1277.xml"/><Relationship Id="rId12" Type="http://schemas.openxmlformats.org/officeDocument/2006/relationships/tags" Target="../tags/tag1276.xml"/><Relationship Id="rId11" Type="http://schemas.openxmlformats.org/officeDocument/2006/relationships/tags" Target="../tags/tag1275.xml"/><Relationship Id="rId10" Type="http://schemas.openxmlformats.org/officeDocument/2006/relationships/tags" Target="../tags/tag1274.xml"/><Relationship Id="rId1" Type="http://schemas.openxmlformats.org/officeDocument/2006/relationships/slideMaster" Target="../slideMasters/slideMaster10.xml"/></Relationships>
</file>

<file path=ppt/slideLayouts/_rels/slideLayout172.xml.rels><?xml version="1.0" encoding="UTF-8" standalone="yes"?>
<Relationships xmlns="http://schemas.openxmlformats.org/package/2006/relationships"><Relationship Id="rId9" Type="http://schemas.openxmlformats.org/officeDocument/2006/relationships/tags" Target="../tags/tag128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8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80.xml"/><Relationship Id="rId2" Type="http://schemas.openxmlformats.org/officeDocument/2006/relationships/tags" Target="../tags/tag1279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1289.xml"/><Relationship Id="rId15" Type="http://schemas.openxmlformats.org/officeDocument/2006/relationships/tags" Target="../tags/tag1288.xml"/><Relationship Id="rId14" Type="http://schemas.openxmlformats.org/officeDocument/2006/relationships/tags" Target="../tags/tag1287.xml"/><Relationship Id="rId13" Type="http://schemas.openxmlformats.org/officeDocument/2006/relationships/tags" Target="../tags/tag1286.xml"/><Relationship Id="rId12" Type="http://schemas.openxmlformats.org/officeDocument/2006/relationships/tags" Target="../tags/tag1285.xml"/><Relationship Id="rId11" Type="http://schemas.openxmlformats.org/officeDocument/2006/relationships/tags" Target="../tags/tag1284.xml"/><Relationship Id="rId10" Type="http://schemas.openxmlformats.org/officeDocument/2006/relationships/tags" Target="../tags/tag1283.xml"/><Relationship Id="rId1" Type="http://schemas.openxmlformats.org/officeDocument/2006/relationships/slideMaster" Target="../slideMasters/slideMaster10.xml"/></Relationships>
</file>

<file path=ppt/slideLayouts/_rels/slideLayout173.xml.rels><?xml version="1.0" encoding="UTF-8" standalone="yes"?>
<Relationships xmlns="http://schemas.openxmlformats.org/package/2006/relationships"><Relationship Id="rId9" Type="http://schemas.openxmlformats.org/officeDocument/2006/relationships/tags" Target="../tags/tag129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9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91.xml"/><Relationship Id="rId2" Type="http://schemas.openxmlformats.org/officeDocument/2006/relationships/tags" Target="../tags/tag1290.xml"/><Relationship Id="rId13" Type="http://schemas.openxmlformats.org/officeDocument/2006/relationships/tags" Target="../tags/tag1297.xml"/><Relationship Id="rId12" Type="http://schemas.openxmlformats.org/officeDocument/2006/relationships/tags" Target="../tags/tag1296.xml"/><Relationship Id="rId11" Type="http://schemas.openxmlformats.org/officeDocument/2006/relationships/tags" Target="../tags/tag1295.xml"/><Relationship Id="rId10" Type="http://schemas.openxmlformats.org/officeDocument/2006/relationships/tags" Target="../tags/tag1294.xml"/><Relationship Id="rId1" Type="http://schemas.openxmlformats.org/officeDocument/2006/relationships/slideMaster" Target="../slideMasters/slideMaster10.xml"/></Relationships>
</file>

<file path=ppt/slideLayouts/_rels/slideLayout174.xml.rels><?xml version="1.0" encoding="UTF-8" standalone="yes"?>
<Relationships xmlns="http://schemas.openxmlformats.org/package/2006/relationships"><Relationship Id="rId9" Type="http://schemas.openxmlformats.org/officeDocument/2006/relationships/tags" Target="../tags/tag1309.xml"/><Relationship Id="rId8" Type="http://schemas.openxmlformats.org/officeDocument/2006/relationships/tags" Target="../tags/tag1308.xml"/><Relationship Id="rId7" Type="http://schemas.openxmlformats.org/officeDocument/2006/relationships/tags" Target="../tags/tag1307.xml"/><Relationship Id="rId6" Type="http://schemas.openxmlformats.org/officeDocument/2006/relationships/tags" Target="../tags/tag1306.xml"/><Relationship Id="rId5" Type="http://schemas.openxmlformats.org/officeDocument/2006/relationships/tags" Target="../tags/tag130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304.xml"/><Relationship Id="rId1" Type="http://schemas.openxmlformats.org/officeDocument/2006/relationships/slideMaster" Target="../slideMasters/slideMaster11.xml"/></Relationships>
</file>

<file path=ppt/slideLayouts/_rels/slideLayout175.xml.rels><?xml version="1.0" encoding="UTF-8" standalone="yes"?>
<Relationships xmlns="http://schemas.openxmlformats.org/package/2006/relationships"><Relationship Id="rId9" Type="http://schemas.openxmlformats.org/officeDocument/2006/relationships/tags" Target="../tags/tag1315.xml"/><Relationship Id="rId8" Type="http://schemas.openxmlformats.org/officeDocument/2006/relationships/tags" Target="../tags/tag1314.xml"/><Relationship Id="rId7" Type="http://schemas.openxmlformats.org/officeDocument/2006/relationships/tags" Target="../tags/tag1313.xml"/><Relationship Id="rId6" Type="http://schemas.openxmlformats.org/officeDocument/2006/relationships/tags" Target="../tags/tag1312.xml"/><Relationship Id="rId5" Type="http://schemas.openxmlformats.org/officeDocument/2006/relationships/tags" Target="../tags/tag131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10.xml"/><Relationship Id="rId1" Type="http://schemas.openxmlformats.org/officeDocument/2006/relationships/slideMaster" Target="../slideMasters/slideMaster11.xml"/></Relationships>
</file>

<file path=ppt/slideLayouts/_rels/slideLayout176.xml.rels><?xml version="1.0" encoding="UTF-8" standalone="yes"?>
<Relationships xmlns="http://schemas.openxmlformats.org/package/2006/relationships"><Relationship Id="rId9" Type="http://schemas.openxmlformats.org/officeDocument/2006/relationships/tags" Target="../tags/tag1321.xml"/><Relationship Id="rId8" Type="http://schemas.openxmlformats.org/officeDocument/2006/relationships/tags" Target="../tags/tag1320.xml"/><Relationship Id="rId7" Type="http://schemas.openxmlformats.org/officeDocument/2006/relationships/tags" Target="../tags/tag1319.xml"/><Relationship Id="rId6" Type="http://schemas.openxmlformats.org/officeDocument/2006/relationships/tags" Target="../tags/tag1318.xml"/><Relationship Id="rId5" Type="http://schemas.openxmlformats.org/officeDocument/2006/relationships/tags" Target="../tags/tag1317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316.xml"/><Relationship Id="rId1" Type="http://schemas.openxmlformats.org/officeDocument/2006/relationships/slideMaster" Target="../slideMasters/slideMaster11.xml"/></Relationships>
</file>

<file path=ppt/slideLayouts/_rels/slideLayout177.xml.rels><?xml version="1.0" encoding="UTF-8" standalone="yes"?>
<Relationships xmlns="http://schemas.openxmlformats.org/package/2006/relationships"><Relationship Id="rId9" Type="http://schemas.openxmlformats.org/officeDocument/2006/relationships/tags" Target="../tags/tag1327.xml"/><Relationship Id="rId8" Type="http://schemas.openxmlformats.org/officeDocument/2006/relationships/tags" Target="../tags/tag1326.xml"/><Relationship Id="rId7" Type="http://schemas.openxmlformats.org/officeDocument/2006/relationships/tags" Target="../tags/tag1325.xml"/><Relationship Id="rId6" Type="http://schemas.openxmlformats.org/officeDocument/2006/relationships/tags" Target="../tags/tag1324.xml"/><Relationship Id="rId5" Type="http://schemas.openxmlformats.org/officeDocument/2006/relationships/tags" Target="../tags/tag132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22.xml"/><Relationship Id="rId10" Type="http://schemas.openxmlformats.org/officeDocument/2006/relationships/tags" Target="../tags/tag1328.xml"/><Relationship Id="rId1" Type="http://schemas.openxmlformats.org/officeDocument/2006/relationships/slideMaster" Target="../slideMasters/slideMaster11.xml"/></Relationships>
</file>

<file path=ppt/slideLayouts/_rels/slideLayout178.xml.rels><?xml version="1.0" encoding="UTF-8" standalone="yes"?>
<Relationships xmlns="http://schemas.openxmlformats.org/package/2006/relationships"><Relationship Id="rId9" Type="http://schemas.openxmlformats.org/officeDocument/2006/relationships/tags" Target="../tags/tag1334.xml"/><Relationship Id="rId8" Type="http://schemas.openxmlformats.org/officeDocument/2006/relationships/tags" Target="../tags/tag1333.xml"/><Relationship Id="rId7" Type="http://schemas.openxmlformats.org/officeDocument/2006/relationships/tags" Target="../tags/tag1332.xml"/><Relationship Id="rId6" Type="http://schemas.openxmlformats.org/officeDocument/2006/relationships/tags" Target="../tags/tag1331.xml"/><Relationship Id="rId5" Type="http://schemas.openxmlformats.org/officeDocument/2006/relationships/tags" Target="../tags/tag133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29.xml"/><Relationship Id="rId12" Type="http://schemas.openxmlformats.org/officeDocument/2006/relationships/tags" Target="../tags/tag1337.xml"/><Relationship Id="rId11" Type="http://schemas.openxmlformats.org/officeDocument/2006/relationships/tags" Target="../tags/tag1336.xml"/><Relationship Id="rId10" Type="http://schemas.openxmlformats.org/officeDocument/2006/relationships/tags" Target="../tags/tag1335.xml"/><Relationship Id="rId1" Type="http://schemas.openxmlformats.org/officeDocument/2006/relationships/slideMaster" Target="../slideMasters/slideMaster11.xml"/></Relationships>
</file>

<file path=ppt/slideLayouts/_rels/slideLayout179.xml.rels><?xml version="1.0" encoding="UTF-8" standalone="yes"?>
<Relationships xmlns="http://schemas.openxmlformats.org/package/2006/relationships"><Relationship Id="rId9" Type="http://schemas.openxmlformats.org/officeDocument/2006/relationships/tags" Target="../tags/tag1343.xml"/><Relationship Id="rId8" Type="http://schemas.openxmlformats.org/officeDocument/2006/relationships/tags" Target="../tags/tag1342.xml"/><Relationship Id="rId7" Type="http://schemas.openxmlformats.org/officeDocument/2006/relationships/tags" Target="../tags/tag1341.xml"/><Relationship Id="rId6" Type="http://schemas.openxmlformats.org/officeDocument/2006/relationships/tags" Target="../tags/tag1340.xml"/><Relationship Id="rId5" Type="http://schemas.openxmlformats.org/officeDocument/2006/relationships/tags" Target="../tags/tag1339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338.xml"/><Relationship Id="rId1" Type="http://schemas.openxmlformats.org/officeDocument/2006/relationships/slideMaster" Target="../slideMasters/slideMaster11.xml"/></Relationships>
</file>

<file path=ppt/slideLayouts/_rels/slideLayout180.xml.rels><?xml version="1.0" encoding="UTF-8" standalone="yes"?>
<Relationships xmlns="http://schemas.openxmlformats.org/package/2006/relationships"><Relationship Id="rId4" Type="http://schemas.openxmlformats.org/officeDocument/2006/relationships/tags" Target="../tags/tag1346.xml"/><Relationship Id="rId3" Type="http://schemas.openxmlformats.org/officeDocument/2006/relationships/tags" Target="../tags/tag1345.xml"/><Relationship Id="rId2" Type="http://schemas.openxmlformats.org/officeDocument/2006/relationships/tags" Target="../tags/tag1344.xml"/><Relationship Id="rId1" Type="http://schemas.openxmlformats.org/officeDocument/2006/relationships/slideMaster" Target="../slideMasters/slideMaster11.xml"/></Relationships>
</file>

<file path=ppt/slideLayouts/_rels/slideLayout181.xml.rels><?xml version="1.0" encoding="UTF-8" standalone="yes"?>
<Relationships xmlns="http://schemas.openxmlformats.org/package/2006/relationships"><Relationship Id="rId9" Type="http://schemas.openxmlformats.org/officeDocument/2006/relationships/tags" Target="../tags/tag1350.xml"/><Relationship Id="rId8" Type="http://schemas.openxmlformats.org/officeDocument/2006/relationships/tags" Target="../tags/tag134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4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47.xml"/><Relationship Id="rId13" Type="http://schemas.openxmlformats.org/officeDocument/2006/relationships/tags" Target="../tags/tag1354.xml"/><Relationship Id="rId12" Type="http://schemas.openxmlformats.org/officeDocument/2006/relationships/tags" Target="../tags/tag1353.xml"/><Relationship Id="rId11" Type="http://schemas.openxmlformats.org/officeDocument/2006/relationships/tags" Target="../tags/tag1352.xml"/><Relationship Id="rId10" Type="http://schemas.openxmlformats.org/officeDocument/2006/relationships/tags" Target="../tags/tag1351.xml"/><Relationship Id="rId1" Type="http://schemas.openxmlformats.org/officeDocument/2006/relationships/slideMaster" Target="../slideMasters/slideMaster11.xml"/></Relationships>
</file>

<file path=ppt/slideLayouts/_rels/slideLayout182.xml.rels><?xml version="1.0" encoding="UTF-8" standalone="yes"?>
<Relationships xmlns="http://schemas.openxmlformats.org/package/2006/relationships"><Relationship Id="rId9" Type="http://schemas.openxmlformats.org/officeDocument/2006/relationships/tags" Target="../tags/tag1358.xml"/><Relationship Id="rId8" Type="http://schemas.openxmlformats.org/officeDocument/2006/relationships/tags" Target="../tags/tag135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5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55.xml"/><Relationship Id="rId12" Type="http://schemas.openxmlformats.org/officeDocument/2006/relationships/tags" Target="../tags/tag1361.xml"/><Relationship Id="rId11" Type="http://schemas.openxmlformats.org/officeDocument/2006/relationships/tags" Target="../tags/tag1360.xml"/><Relationship Id="rId10" Type="http://schemas.openxmlformats.org/officeDocument/2006/relationships/tags" Target="../tags/tag1359.xml"/><Relationship Id="rId1" Type="http://schemas.openxmlformats.org/officeDocument/2006/relationships/slideMaster" Target="../slideMasters/slideMaster11.xml"/></Relationships>
</file>

<file path=ppt/slideLayouts/_rels/slideLayout183.xml.rels><?xml version="1.0" encoding="UTF-8" standalone="yes"?>
<Relationships xmlns="http://schemas.openxmlformats.org/package/2006/relationships"><Relationship Id="rId9" Type="http://schemas.openxmlformats.org/officeDocument/2006/relationships/tags" Target="../tags/tag1365.xml"/><Relationship Id="rId8" Type="http://schemas.openxmlformats.org/officeDocument/2006/relationships/tags" Target="../tags/tag136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6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62.xml"/><Relationship Id="rId11" Type="http://schemas.openxmlformats.org/officeDocument/2006/relationships/tags" Target="../tags/tag1367.xml"/><Relationship Id="rId10" Type="http://schemas.openxmlformats.org/officeDocument/2006/relationships/tags" Target="../tags/tag1366.xml"/><Relationship Id="rId1" Type="http://schemas.openxmlformats.org/officeDocument/2006/relationships/slideMaster" Target="../slideMasters/slideMaster11.xml"/></Relationships>
</file>

<file path=ppt/slideLayouts/_rels/slideLayout184.xml.rels><?xml version="1.0" encoding="UTF-8" standalone="yes"?>
<Relationships xmlns="http://schemas.openxmlformats.org/package/2006/relationships"><Relationship Id="rId9" Type="http://schemas.openxmlformats.org/officeDocument/2006/relationships/tags" Target="../tags/tag1373.xml"/><Relationship Id="rId8" Type="http://schemas.openxmlformats.org/officeDocument/2006/relationships/tags" Target="../tags/tag1372.xml"/><Relationship Id="rId7" Type="http://schemas.openxmlformats.org/officeDocument/2006/relationships/tags" Target="../tags/tag1371.xml"/><Relationship Id="rId6" Type="http://schemas.openxmlformats.org/officeDocument/2006/relationships/tags" Target="../tags/tag1370.xml"/><Relationship Id="rId5" Type="http://schemas.openxmlformats.org/officeDocument/2006/relationships/tags" Target="../tags/tag136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368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1376.xml"/><Relationship Id="rId11" Type="http://schemas.openxmlformats.org/officeDocument/2006/relationships/tags" Target="../tags/tag1375.xml"/><Relationship Id="rId10" Type="http://schemas.openxmlformats.org/officeDocument/2006/relationships/tags" Target="../tags/tag1374.xml"/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9" Type="http://schemas.openxmlformats.org/officeDocument/2006/relationships/tags" Target="../tags/tag1380.xml"/><Relationship Id="rId8" Type="http://schemas.openxmlformats.org/officeDocument/2006/relationships/tags" Target="../tags/tag137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7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77.xml"/><Relationship Id="rId11" Type="http://schemas.openxmlformats.org/officeDocument/2006/relationships/tags" Target="../tags/tag1382.xml"/><Relationship Id="rId10" Type="http://schemas.openxmlformats.org/officeDocument/2006/relationships/tags" Target="../tags/tag1381.xml"/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
<Relationships xmlns="http://schemas.openxmlformats.org/package/2006/relationships"><Relationship Id="rId9" Type="http://schemas.openxmlformats.org/officeDocument/2006/relationships/tags" Target="../tags/tag138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38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384.xml"/><Relationship Id="rId2" Type="http://schemas.openxmlformats.org/officeDocument/2006/relationships/tags" Target="../tags/tag1383.xml"/><Relationship Id="rId13" Type="http://schemas.openxmlformats.org/officeDocument/2006/relationships/tags" Target="../tags/tag1390.xml"/><Relationship Id="rId12" Type="http://schemas.openxmlformats.org/officeDocument/2006/relationships/tags" Target="../tags/tag1389.xml"/><Relationship Id="rId11" Type="http://schemas.openxmlformats.org/officeDocument/2006/relationships/tags" Target="../tags/tag1388.xml"/><Relationship Id="rId10" Type="http://schemas.openxmlformats.org/officeDocument/2006/relationships/tags" Target="../tags/tag1387.xml"/><Relationship Id="rId1" Type="http://schemas.openxmlformats.org/officeDocument/2006/relationships/slideMaster" Target="../slideMasters/slideMaster11.xml"/></Relationships>
</file>

<file path=ppt/slideLayouts/_rels/slideLayout187.xml.rels><?xml version="1.0" encoding="UTF-8" standalone="yes"?>
<Relationships xmlns="http://schemas.openxmlformats.org/package/2006/relationships"><Relationship Id="rId9" Type="http://schemas.openxmlformats.org/officeDocument/2006/relationships/tags" Target="../tags/tag1396.xml"/><Relationship Id="rId8" Type="http://schemas.openxmlformats.org/officeDocument/2006/relationships/tags" Target="../tags/tag1395.xml"/><Relationship Id="rId7" Type="http://schemas.openxmlformats.org/officeDocument/2006/relationships/tags" Target="../tags/tag1394.xml"/><Relationship Id="rId6" Type="http://schemas.openxmlformats.org/officeDocument/2006/relationships/tags" Target="../tags/tag139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392.xml"/><Relationship Id="rId2" Type="http://schemas.openxmlformats.org/officeDocument/2006/relationships/tags" Target="../tags/tag1391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1398.xml"/><Relationship Id="rId10" Type="http://schemas.openxmlformats.org/officeDocument/2006/relationships/tags" Target="../tags/tag1397.xml"/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
<Relationships xmlns="http://schemas.openxmlformats.org/package/2006/relationships"><Relationship Id="rId9" Type="http://schemas.openxmlformats.org/officeDocument/2006/relationships/tags" Target="../tags/tag140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0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00.xml"/><Relationship Id="rId2" Type="http://schemas.openxmlformats.org/officeDocument/2006/relationships/tags" Target="../tags/tag1399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1407.xml"/><Relationship Id="rId13" Type="http://schemas.openxmlformats.org/officeDocument/2006/relationships/tags" Target="../tags/tag1406.xml"/><Relationship Id="rId12" Type="http://schemas.openxmlformats.org/officeDocument/2006/relationships/tags" Target="../tags/tag1405.xml"/><Relationship Id="rId11" Type="http://schemas.openxmlformats.org/officeDocument/2006/relationships/tags" Target="../tags/tag1404.xml"/><Relationship Id="rId10" Type="http://schemas.openxmlformats.org/officeDocument/2006/relationships/tags" Target="../tags/tag1403.xml"/><Relationship Id="rId1" Type="http://schemas.openxmlformats.org/officeDocument/2006/relationships/slideMaster" Target="../slideMasters/slideMaster11.xml"/></Relationships>
</file>

<file path=ppt/slideLayouts/_rels/slideLayout189.xml.rels><?xml version="1.0" encoding="UTF-8" standalone="yes"?>
<Relationships xmlns="http://schemas.openxmlformats.org/package/2006/relationships"><Relationship Id="rId9" Type="http://schemas.openxmlformats.org/officeDocument/2006/relationships/tags" Target="../tags/tag141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1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09.xml"/><Relationship Id="rId2" Type="http://schemas.openxmlformats.org/officeDocument/2006/relationships/tags" Target="../tags/tag1408.xml"/><Relationship Id="rId14" Type="http://schemas.openxmlformats.org/officeDocument/2006/relationships/tags" Target="../tags/tag1416.xml"/><Relationship Id="rId13" Type="http://schemas.openxmlformats.org/officeDocument/2006/relationships/tags" Target="../tags/tag1415.xml"/><Relationship Id="rId12" Type="http://schemas.openxmlformats.org/officeDocument/2006/relationships/tags" Target="../tags/tag1414.xml"/><Relationship Id="rId11" Type="http://schemas.openxmlformats.org/officeDocument/2006/relationships/tags" Target="../tags/tag1413.xml"/><Relationship Id="rId10" Type="http://schemas.openxmlformats.org/officeDocument/2006/relationships/tags" Target="../tags/tag1412.xml"/><Relationship Id="rId1" Type="http://schemas.openxmlformats.org/officeDocument/2006/relationships/slideMaster" Target="../slideMasters/slideMaster11.xml"/></Relationships>
</file>

<file path=ppt/slideLayouts/_rels/slideLayout190.xml.rels><?xml version="1.0" encoding="UTF-8" standalone="yes"?>
<Relationships xmlns="http://schemas.openxmlformats.org/package/2006/relationships"><Relationship Id="rId9" Type="http://schemas.openxmlformats.org/officeDocument/2006/relationships/tags" Target="../tags/tag142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1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18.xml"/><Relationship Id="rId2" Type="http://schemas.openxmlformats.org/officeDocument/2006/relationships/tags" Target="../tags/tag1417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1427.xml"/><Relationship Id="rId15" Type="http://schemas.openxmlformats.org/officeDocument/2006/relationships/tags" Target="../tags/tag1426.xml"/><Relationship Id="rId14" Type="http://schemas.openxmlformats.org/officeDocument/2006/relationships/tags" Target="../tags/tag1425.xml"/><Relationship Id="rId13" Type="http://schemas.openxmlformats.org/officeDocument/2006/relationships/tags" Target="../tags/tag1424.xml"/><Relationship Id="rId12" Type="http://schemas.openxmlformats.org/officeDocument/2006/relationships/tags" Target="../tags/tag1423.xml"/><Relationship Id="rId11" Type="http://schemas.openxmlformats.org/officeDocument/2006/relationships/tags" Target="../tags/tag1422.xml"/><Relationship Id="rId10" Type="http://schemas.openxmlformats.org/officeDocument/2006/relationships/tags" Target="../tags/tag1421.xml"/><Relationship Id="rId1" Type="http://schemas.openxmlformats.org/officeDocument/2006/relationships/slideMaster" Target="../slideMasters/slideMaster11.xml"/></Relationships>
</file>

<file path=ppt/slideLayouts/_rels/slideLayout191.xml.rels><?xml version="1.0" encoding="UTF-8" standalone="yes"?>
<Relationships xmlns="http://schemas.openxmlformats.org/package/2006/relationships"><Relationship Id="rId9" Type="http://schemas.openxmlformats.org/officeDocument/2006/relationships/tags" Target="../tags/tag143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3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29.xml"/><Relationship Id="rId2" Type="http://schemas.openxmlformats.org/officeDocument/2006/relationships/tags" Target="../tags/tag1428.xml"/><Relationship Id="rId13" Type="http://schemas.openxmlformats.org/officeDocument/2006/relationships/tags" Target="../tags/tag1435.xml"/><Relationship Id="rId12" Type="http://schemas.openxmlformats.org/officeDocument/2006/relationships/tags" Target="../tags/tag1434.xml"/><Relationship Id="rId11" Type="http://schemas.openxmlformats.org/officeDocument/2006/relationships/tags" Target="../tags/tag1433.xml"/><Relationship Id="rId10" Type="http://schemas.openxmlformats.org/officeDocument/2006/relationships/tags" Target="../tags/tag1432.xml"/><Relationship Id="rId1" Type="http://schemas.openxmlformats.org/officeDocument/2006/relationships/slideMaster" Target="../slideMasters/slideMaster11.xml"/></Relationships>
</file>

<file path=ppt/slideLayouts/_rels/slideLayout192.xml.rels><?xml version="1.0" encoding="UTF-8" standalone="yes"?>
<Relationships xmlns="http://schemas.openxmlformats.org/package/2006/relationships"><Relationship Id="rId9" Type="http://schemas.openxmlformats.org/officeDocument/2006/relationships/tags" Target="../tags/tag1447.xml"/><Relationship Id="rId8" Type="http://schemas.openxmlformats.org/officeDocument/2006/relationships/tags" Target="../tags/tag1446.xml"/><Relationship Id="rId7" Type="http://schemas.openxmlformats.org/officeDocument/2006/relationships/tags" Target="../tags/tag1445.xml"/><Relationship Id="rId6" Type="http://schemas.openxmlformats.org/officeDocument/2006/relationships/tags" Target="../tags/tag1444.xml"/><Relationship Id="rId5" Type="http://schemas.openxmlformats.org/officeDocument/2006/relationships/tags" Target="../tags/tag144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442.xml"/><Relationship Id="rId1" Type="http://schemas.openxmlformats.org/officeDocument/2006/relationships/slideMaster" Target="../slideMasters/slideMaster12.xml"/></Relationships>
</file>

<file path=ppt/slideLayouts/_rels/slideLayout193.xml.rels><?xml version="1.0" encoding="UTF-8" standalone="yes"?>
<Relationships xmlns="http://schemas.openxmlformats.org/package/2006/relationships"><Relationship Id="rId9" Type="http://schemas.openxmlformats.org/officeDocument/2006/relationships/tags" Target="../tags/tag1453.xml"/><Relationship Id="rId8" Type="http://schemas.openxmlformats.org/officeDocument/2006/relationships/tags" Target="../tags/tag1452.xml"/><Relationship Id="rId7" Type="http://schemas.openxmlformats.org/officeDocument/2006/relationships/tags" Target="../tags/tag1451.xml"/><Relationship Id="rId6" Type="http://schemas.openxmlformats.org/officeDocument/2006/relationships/tags" Target="../tags/tag1450.xml"/><Relationship Id="rId5" Type="http://schemas.openxmlformats.org/officeDocument/2006/relationships/tags" Target="../tags/tag144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48.xml"/><Relationship Id="rId1" Type="http://schemas.openxmlformats.org/officeDocument/2006/relationships/slideMaster" Target="../slideMasters/slideMaster12.xml"/></Relationships>
</file>

<file path=ppt/slideLayouts/_rels/slideLayout194.xml.rels><?xml version="1.0" encoding="UTF-8" standalone="yes"?>
<Relationships xmlns="http://schemas.openxmlformats.org/package/2006/relationships"><Relationship Id="rId9" Type="http://schemas.openxmlformats.org/officeDocument/2006/relationships/tags" Target="../tags/tag1459.xml"/><Relationship Id="rId8" Type="http://schemas.openxmlformats.org/officeDocument/2006/relationships/tags" Target="../tags/tag1458.xml"/><Relationship Id="rId7" Type="http://schemas.openxmlformats.org/officeDocument/2006/relationships/tags" Target="../tags/tag1457.xml"/><Relationship Id="rId6" Type="http://schemas.openxmlformats.org/officeDocument/2006/relationships/tags" Target="../tags/tag1456.xml"/><Relationship Id="rId5" Type="http://schemas.openxmlformats.org/officeDocument/2006/relationships/tags" Target="../tags/tag145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454.xml"/><Relationship Id="rId1" Type="http://schemas.openxmlformats.org/officeDocument/2006/relationships/slideMaster" Target="../slideMasters/slideMaster12.xml"/></Relationships>
</file>

<file path=ppt/slideLayouts/_rels/slideLayout195.xml.rels><?xml version="1.0" encoding="UTF-8" standalone="yes"?>
<Relationships xmlns="http://schemas.openxmlformats.org/package/2006/relationships"><Relationship Id="rId9" Type="http://schemas.openxmlformats.org/officeDocument/2006/relationships/tags" Target="../tags/tag1465.xml"/><Relationship Id="rId8" Type="http://schemas.openxmlformats.org/officeDocument/2006/relationships/tags" Target="../tags/tag1464.xml"/><Relationship Id="rId7" Type="http://schemas.openxmlformats.org/officeDocument/2006/relationships/tags" Target="../tags/tag1463.xml"/><Relationship Id="rId6" Type="http://schemas.openxmlformats.org/officeDocument/2006/relationships/tags" Target="../tags/tag1462.xml"/><Relationship Id="rId5" Type="http://schemas.openxmlformats.org/officeDocument/2006/relationships/tags" Target="../tags/tag146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60.xml"/><Relationship Id="rId10" Type="http://schemas.openxmlformats.org/officeDocument/2006/relationships/tags" Target="../tags/tag1466.xml"/><Relationship Id="rId1" Type="http://schemas.openxmlformats.org/officeDocument/2006/relationships/slideMaster" Target="../slideMasters/slideMaster12.xml"/></Relationships>
</file>

<file path=ppt/slideLayouts/_rels/slideLayout196.xml.rels><?xml version="1.0" encoding="UTF-8" standalone="yes"?>
<Relationships xmlns="http://schemas.openxmlformats.org/package/2006/relationships"><Relationship Id="rId9" Type="http://schemas.openxmlformats.org/officeDocument/2006/relationships/tags" Target="../tags/tag1472.xml"/><Relationship Id="rId8" Type="http://schemas.openxmlformats.org/officeDocument/2006/relationships/tags" Target="../tags/tag1471.xml"/><Relationship Id="rId7" Type="http://schemas.openxmlformats.org/officeDocument/2006/relationships/tags" Target="../tags/tag1470.xml"/><Relationship Id="rId6" Type="http://schemas.openxmlformats.org/officeDocument/2006/relationships/tags" Target="../tags/tag1469.xml"/><Relationship Id="rId5" Type="http://schemas.openxmlformats.org/officeDocument/2006/relationships/tags" Target="../tags/tag146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67.xml"/><Relationship Id="rId12" Type="http://schemas.openxmlformats.org/officeDocument/2006/relationships/tags" Target="../tags/tag1475.xml"/><Relationship Id="rId11" Type="http://schemas.openxmlformats.org/officeDocument/2006/relationships/tags" Target="../tags/tag1474.xml"/><Relationship Id="rId10" Type="http://schemas.openxmlformats.org/officeDocument/2006/relationships/tags" Target="../tags/tag1473.xml"/><Relationship Id="rId1" Type="http://schemas.openxmlformats.org/officeDocument/2006/relationships/slideMaster" Target="../slideMasters/slideMaster12.xml"/></Relationships>
</file>

<file path=ppt/slideLayouts/_rels/slideLayout197.xml.rels><?xml version="1.0" encoding="UTF-8" standalone="yes"?>
<Relationships xmlns="http://schemas.openxmlformats.org/package/2006/relationships"><Relationship Id="rId9" Type="http://schemas.openxmlformats.org/officeDocument/2006/relationships/tags" Target="../tags/tag1481.xml"/><Relationship Id="rId8" Type="http://schemas.openxmlformats.org/officeDocument/2006/relationships/tags" Target="../tags/tag1480.xml"/><Relationship Id="rId7" Type="http://schemas.openxmlformats.org/officeDocument/2006/relationships/tags" Target="../tags/tag1479.xml"/><Relationship Id="rId6" Type="http://schemas.openxmlformats.org/officeDocument/2006/relationships/tags" Target="../tags/tag1478.xml"/><Relationship Id="rId5" Type="http://schemas.openxmlformats.org/officeDocument/2006/relationships/tags" Target="../tags/tag1477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476.xml"/><Relationship Id="rId1" Type="http://schemas.openxmlformats.org/officeDocument/2006/relationships/slideMaster" Target="../slideMasters/slideMaster12.xml"/></Relationships>
</file>

<file path=ppt/slideLayouts/_rels/slideLayout198.xml.rels><?xml version="1.0" encoding="UTF-8" standalone="yes"?>
<Relationships xmlns="http://schemas.openxmlformats.org/package/2006/relationships"><Relationship Id="rId4" Type="http://schemas.openxmlformats.org/officeDocument/2006/relationships/tags" Target="../tags/tag1484.xml"/><Relationship Id="rId3" Type="http://schemas.openxmlformats.org/officeDocument/2006/relationships/tags" Target="../tags/tag1483.xml"/><Relationship Id="rId2" Type="http://schemas.openxmlformats.org/officeDocument/2006/relationships/tags" Target="../tags/tag1482.xml"/><Relationship Id="rId1" Type="http://schemas.openxmlformats.org/officeDocument/2006/relationships/slideMaster" Target="../slideMasters/slideMaster12.xml"/></Relationships>
</file>

<file path=ppt/slideLayouts/_rels/slideLayout199.xml.rels><?xml version="1.0" encoding="UTF-8" standalone="yes"?>
<Relationships xmlns="http://schemas.openxmlformats.org/package/2006/relationships"><Relationship Id="rId9" Type="http://schemas.openxmlformats.org/officeDocument/2006/relationships/tags" Target="../tags/tag1488.xml"/><Relationship Id="rId8" Type="http://schemas.openxmlformats.org/officeDocument/2006/relationships/tags" Target="../tags/tag148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48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85.xml"/><Relationship Id="rId13" Type="http://schemas.openxmlformats.org/officeDocument/2006/relationships/tags" Target="../tags/tag1492.xml"/><Relationship Id="rId12" Type="http://schemas.openxmlformats.org/officeDocument/2006/relationships/tags" Target="../tags/tag1491.xml"/><Relationship Id="rId11" Type="http://schemas.openxmlformats.org/officeDocument/2006/relationships/tags" Target="../tags/tag1490.xml"/><Relationship Id="rId10" Type="http://schemas.openxmlformats.org/officeDocument/2006/relationships/tags" Target="../tags/tag1489.xml"/><Relationship Id="rId1" Type="http://schemas.openxmlformats.org/officeDocument/2006/relationships/slideMaster" Target="../slideMasters/slideMaster12.xml"/></Relationships>
</file>

<file path=ppt/slideLayouts/_rels/slideLayout200.xml.rels><?xml version="1.0" encoding="UTF-8" standalone="yes"?>
<Relationships xmlns="http://schemas.openxmlformats.org/package/2006/relationships"><Relationship Id="rId9" Type="http://schemas.openxmlformats.org/officeDocument/2006/relationships/tags" Target="../tags/tag1496.xml"/><Relationship Id="rId8" Type="http://schemas.openxmlformats.org/officeDocument/2006/relationships/tags" Target="../tags/tag149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49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93.xml"/><Relationship Id="rId12" Type="http://schemas.openxmlformats.org/officeDocument/2006/relationships/tags" Target="../tags/tag1499.xml"/><Relationship Id="rId11" Type="http://schemas.openxmlformats.org/officeDocument/2006/relationships/tags" Target="../tags/tag1498.xml"/><Relationship Id="rId10" Type="http://schemas.openxmlformats.org/officeDocument/2006/relationships/tags" Target="../tags/tag1497.xml"/><Relationship Id="rId1" Type="http://schemas.openxmlformats.org/officeDocument/2006/relationships/slideMaster" Target="../slideMasters/slideMaster12.xml"/></Relationships>
</file>

<file path=ppt/slideLayouts/_rels/slideLayout201.xml.rels><?xml version="1.0" encoding="UTF-8" standalone="yes"?>
<Relationships xmlns="http://schemas.openxmlformats.org/package/2006/relationships"><Relationship Id="rId9" Type="http://schemas.openxmlformats.org/officeDocument/2006/relationships/tags" Target="../tags/tag1503.xml"/><Relationship Id="rId8" Type="http://schemas.openxmlformats.org/officeDocument/2006/relationships/tags" Target="../tags/tag150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50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00.xml"/><Relationship Id="rId11" Type="http://schemas.openxmlformats.org/officeDocument/2006/relationships/tags" Target="../tags/tag1505.xml"/><Relationship Id="rId10" Type="http://schemas.openxmlformats.org/officeDocument/2006/relationships/tags" Target="../tags/tag1504.xml"/><Relationship Id="rId1" Type="http://schemas.openxmlformats.org/officeDocument/2006/relationships/slideMaster" Target="../slideMasters/slideMaster12.xml"/></Relationships>
</file>

<file path=ppt/slideLayouts/_rels/slideLayout202.xml.rels><?xml version="1.0" encoding="UTF-8" standalone="yes"?>
<Relationships xmlns="http://schemas.openxmlformats.org/package/2006/relationships"><Relationship Id="rId9" Type="http://schemas.openxmlformats.org/officeDocument/2006/relationships/tags" Target="../tags/tag1511.xml"/><Relationship Id="rId8" Type="http://schemas.openxmlformats.org/officeDocument/2006/relationships/tags" Target="../tags/tag1510.xml"/><Relationship Id="rId7" Type="http://schemas.openxmlformats.org/officeDocument/2006/relationships/tags" Target="../tags/tag1509.xml"/><Relationship Id="rId6" Type="http://schemas.openxmlformats.org/officeDocument/2006/relationships/tags" Target="../tags/tag1508.xml"/><Relationship Id="rId5" Type="http://schemas.openxmlformats.org/officeDocument/2006/relationships/tags" Target="../tags/tag150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506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1514.xml"/><Relationship Id="rId11" Type="http://schemas.openxmlformats.org/officeDocument/2006/relationships/tags" Target="../tags/tag1513.xml"/><Relationship Id="rId10" Type="http://schemas.openxmlformats.org/officeDocument/2006/relationships/tags" Target="../tags/tag1512.xml"/><Relationship Id="rId1" Type="http://schemas.openxmlformats.org/officeDocument/2006/relationships/slideMaster" Target="../slideMasters/slideMaster12.xml"/></Relationships>
</file>

<file path=ppt/slideLayouts/_rels/slideLayout203.xml.rels><?xml version="1.0" encoding="UTF-8" standalone="yes"?>
<Relationships xmlns="http://schemas.openxmlformats.org/package/2006/relationships"><Relationship Id="rId9" Type="http://schemas.openxmlformats.org/officeDocument/2006/relationships/tags" Target="../tags/tag1518.xml"/><Relationship Id="rId8" Type="http://schemas.openxmlformats.org/officeDocument/2006/relationships/tags" Target="../tags/tag151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51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15.xml"/><Relationship Id="rId11" Type="http://schemas.openxmlformats.org/officeDocument/2006/relationships/tags" Target="../tags/tag1520.xml"/><Relationship Id="rId10" Type="http://schemas.openxmlformats.org/officeDocument/2006/relationships/tags" Target="../tags/tag1519.xml"/><Relationship Id="rId1" Type="http://schemas.openxmlformats.org/officeDocument/2006/relationships/slideMaster" Target="../slideMasters/slideMaster12.xml"/></Relationships>
</file>

<file path=ppt/slideLayouts/_rels/slideLayout204.xml.rels><?xml version="1.0" encoding="UTF-8" standalone="yes"?>
<Relationships xmlns="http://schemas.openxmlformats.org/package/2006/relationships"><Relationship Id="rId9" Type="http://schemas.openxmlformats.org/officeDocument/2006/relationships/tags" Target="../tags/tag152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2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22.xml"/><Relationship Id="rId2" Type="http://schemas.openxmlformats.org/officeDocument/2006/relationships/tags" Target="../tags/tag1521.xml"/><Relationship Id="rId13" Type="http://schemas.openxmlformats.org/officeDocument/2006/relationships/tags" Target="../tags/tag1528.xml"/><Relationship Id="rId12" Type="http://schemas.openxmlformats.org/officeDocument/2006/relationships/tags" Target="../tags/tag1527.xml"/><Relationship Id="rId11" Type="http://schemas.openxmlformats.org/officeDocument/2006/relationships/tags" Target="../tags/tag1526.xml"/><Relationship Id="rId10" Type="http://schemas.openxmlformats.org/officeDocument/2006/relationships/tags" Target="../tags/tag1525.xml"/><Relationship Id="rId1" Type="http://schemas.openxmlformats.org/officeDocument/2006/relationships/slideMaster" Target="../slideMasters/slideMaster12.xml"/></Relationships>
</file>

<file path=ppt/slideLayouts/_rels/slideLayout205.xml.rels><?xml version="1.0" encoding="UTF-8" standalone="yes"?>
<Relationships xmlns="http://schemas.openxmlformats.org/package/2006/relationships"><Relationship Id="rId9" Type="http://schemas.openxmlformats.org/officeDocument/2006/relationships/tags" Target="../tags/tag1534.xml"/><Relationship Id="rId8" Type="http://schemas.openxmlformats.org/officeDocument/2006/relationships/tags" Target="../tags/tag1533.xml"/><Relationship Id="rId7" Type="http://schemas.openxmlformats.org/officeDocument/2006/relationships/tags" Target="../tags/tag1532.xml"/><Relationship Id="rId6" Type="http://schemas.openxmlformats.org/officeDocument/2006/relationships/tags" Target="../tags/tag153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30.xml"/><Relationship Id="rId2" Type="http://schemas.openxmlformats.org/officeDocument/2006/relationships/tags" Target="../tags/tag1529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1536.xml"/><Relationship Id="rId10" Type="http://schemas.openxmlformats.org/officeDocument/2006/relationships/tags" Target="../tags/tag1535.xml"/><Relationship Id="rId1" Type="http://schemas.openxmlformats.org/officeDocument/2006/relationships/slideMaster" Target="../slideMasters/slideMaster12.xml"/></Relationships>
</file>

<file path=ppt/slideLayouts/_rels/slideLayout206.xml.rels><?xml version="1.0" encoding="UTF-8" standalone="yes"?>
<Relationships xmlns="http://schemas.openxmlformats.org/package/2006/relationships"><Relationship Id="rId9" Type="http://schemas.openxmlformats.org/officeDocument/2006/relationships/tags" Target="../tags/tag154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3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38.xml"/><Relationship Id="rId2" Type="http://schemas.openxmlformats.org/officeDocument/2006/relationships/tags" Target="../tags/tag1537.xml"/><Relationship Id="rId16" Type="http://schemas.openxmlformats.org/officeDocument/2006/relationships/image" Target="../media/image9.svg"/><Relationship Id="rId15" Type="http://schemas.openxmlformats.org/officeDocument/2006/relationships/image" Target="../media/image8.png"/><Relationship Id="rId14" Type="http://schemas.openxmlformats.org/officeDocument/2006/relationships/tags" Target="../tags/tag1545.xml"/><Relationship Id="rId13" Type="http://schemas.openxmlformats.org/officeDocument/2006/relationships/tags" Target="../tags/tag1544.xml"/><Relationship Id="rId12" Type="http://schemas.openxmlformats.org/officeDocument/2006/relationships/tags" Target="../tags/tag1543.xml"/><Relationship Id="rId11" Type="http://schemas.openxmlformats.org/officeDocument/2006/relationships/tags" Target="../tags/tag1542.xml"/><Relationship Id="rId10" Type="http://schemas.openxmlformats.org/officeDocument/2006/relationships/tags" Target="../tags/tag1541.xml"/><Relationship Id="rId1" Type="http://schemas.openxmlformats.org/officeDocument/2006/relationships/slideMaster" Target="../slideMasters/slideMaster12.xml"/></Relationships>
</file>

<file path=ppt/slideLayouts/_rels/slideLayout207.xml.rels><?xml version="1.0" encoding="UTF-8" standalone="yes"?>
<Relationships xmlns="http://schemas.openxmlformats.org/package/2006/relationships"><Relationship Id="rId9" Type="http://schemas.openxmlformats.org/officeDocument/2006/relationships/tags" Target="../tags/tag154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4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47.xml"/><Relationship Id="rId2" Type="http://schemas.openxmlformats.org/officeDocument/2006/relationships/tags" Target="../tags/tag1546.xml"/><Relationship Id="rId14" Type="http://schemas.openxmlformats.org/officeDocument/2006/relationships/tags" Target="../tags/tag1554.xml"/><Relationship Id="rId13" Type="http://schemas.openxmlformats.org/officeDocument/2006/relationships/tags" Target="../tags/tag1553.xml"/><Relationship Id="rId12" Type="http://schemas.openxmlformats.org/officeDocument/2006/relationships/tags" Target="../tags/tag1552.xml"/><Relationship Id="rId11" Type="http://schemas.openxmlformats.org/officeDocument/2006/relationships/tags" Target="../tags/tag1551.xml"/><Relationship Id="rId10" Type="http://schemas.openxmlformats.org/officeDocument/2006/relationships/tags" Target="../tags/tag1550.xml"/><Relationship Id="rId1" Type="http://schemas.openxmlformats.org/officeDocument/2006/relationships/slideMaster" Target="../slideMasters/slideMaster12.xml"/></Relationships>
</file>

<file path=ppt/slideLayouts/_rels/slideLayout208.xml.rels><?xml version="1.0" encoding="UTF-8" standalone="yes"?>
<Relationships xmlns="http://schemas.openxmlformats.org/package/2006/relationships"><Relationship Id="rId9" Type="http://schemas.openxmlformats.org/officeDocument/2006/relationships/tags" Target="../tags/tag155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5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56.xml"/><Relationship Id="rId2" Type="http://schemas.openxmlformats.org/officeDocument/2006/relationships/tags" Target="../tags/tag1555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1565.xml"/><Relationship Id="rId15" Type="http://schemas.openxmlformats.org/officeDocument/2006/relationships/tags" Target="../tags/tag1564.xml"/><Relationship Id="rId14" Type="http://schemas.openxmlformats.org/officeDocument/2006/relationships/tags" Target="../tags/tag1563.xml"/><Relationship Id="rId13" Type="http://schemas.openxmlformats.org/officeDocument/2006/relationships/tags" Target="../tags/tag1562.xml"/><Relationship Id="rId12" Type="http://schemas.openxmlformats.org/officeDocument/2006/relationships/tags" Target="../tags/tag1561.xml"/><Relationship Id="rId11" Type="http://schemas.openxmlformats.org/officeDocument/2006/relationships/tags" Target="../tags/tag1560.xml"/><Relationship Id="rId10" Type="http://schemas.openxmlformats.org/officeDocument/2006/relationships/tags" Target="../tags/tag1559.xml"/><Relationship Id="rId1" Type="http://schemas.openxmlformats.org/officeDocument/2006/relationships/slideMaster" Target="../slideMasters/slideMaster12.xml"/></Relationships>
</file>

<file path=ppt/slideLayouts/_rels/slideLayout209.xml.rels><?xml version="1.0" encoding="UTF-8" standalone="yes"?>
<Relationships xmlns="http://schemas.openxmlformats.org/package/2006/relationships"><Relationship Id="rId9" Type="http://schemas.openxmlformats.org/officeDocument/2006/relationships/tags" Target="../tags/tag156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6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67.xml"/><Relationship Id="rId2" Type="http://schemas.openxmlformats.org/officeDocument/2006/relationships/tags" Target="../tags/tag1566.xml"/><Relationship Id="rId13" Type="http://schemas.openxmlformats.org/officeDocument/2006/relationships/tags" Target="../tags/tag1573.xml"/><Relationship Id="rId12" Type="http://schemas.openxmlformats.org/officeDocument/2006/relationships/tags" Target="../tags/tag1572.xml"/><Relationship Id="rId11" Type="http://schemas.openxmlformats.org/officeDocument/2006/relationships/tags" Target="../tags/tag1571.xml"/><Relationship Id="rId10" Type="http://schemas.openxmlformats.org/officeDocument/2006/relationships/tags" Target="../tags/tag1570.xml"/><Relationship Id="rId1" Type="http://schemas.openxmlformats.org/officeDocument/2006/relationships/slideMaster" Target="../slideMasters/slideMaster12.xml"/></Relationships>
</file>

<file path=ppt/slideLayouts/_rels/slideLayout210.xml.rels><?xml version="1.0" encoding="UTF-8" standalone="yes"?>
<Relationships xmlns="http://schemas.openxmlformats.org/package/2006/relationships"><Relationship Id="rId9" Type="http://schemas.openxmlformats.org/officeDocument/2006/relationships/tags" Target="../tags/tag1585.xml"/><Relationship Id="rId8" Type="http://schemas.openxmlformats.org/officeDocument/2006/relationships/tags" Target="../tags/tag1584.xml"/><Relationship Id="rId7" Type="http://schemas.openxmlformats.org/officeDocument/2006/relationships/tags" Target="../tags/tag1583.xml"/><Relationship Id="rId6" Type="http://schemas.openxmlformats.org/officeDocument/2006/relationships/tags" Target="../tags/tag1582.xml"/><Relationship Id="rId5" Type="http://schemas.openxmlformats.org/officeDocument/2006/relationships/tags" Target="../tags/tag158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580.xml"/><Relationship Id="rId1" Type="http://schemas.openxmlformats.org/officeDocument/2006/relationships/slideMaster" Target="../slideMasters/slideMaster13.xml"/></Relationships>
</file>

<file path=ppt/slideLayouts/_rels/slideLayout211.xml.rels><?xml version="1.0" encoding="UTF-8" standalone="yes"?>
<Relationships xmlns="http://schemas.openxmlformats.org/package/2006/relationships"><Relationship Id="rId9" Type="http://schemas.openxmlformats.org/officeDocument/2006/relationships/tags" Target="../tags/tag1591.xml"/><Relationship Id="rId8" Type="http://schemas.openxmlformats.org/officeDocument/2006/relationships/tags" Target="../tags/tag1590.xml"/><Relationship Id="rId7" Type="http://schemas.openxmlformats.org/officeDocument/2006/relationships/tags" Target="../tags/tag1589.xml"/><Relationship Id="rId6" Type="http://schemas.openxmlformats.org/officeDocument/2006/relationships/tags" Target="../tags/tag1588.xml"/><Relationship Id="rId5" Type="http://schemas.openxmlformats.org/officeDocument/2006/relationships/tags" Target="../tags/tag158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86.xml"/><Relationship Id="rId1" Type="http://schemas.openxmlformats.org/officeDocument/2006/relationships/slideMaster" Target="../slideMasters/slideMaster13.xml"/></Relationships>
</file>

<file path=ppt/slideLayouts/_rels/slideLayout212.xml.rels><?xml version="1.0" encoding="UTF-8" standalone="yes"?>
<Relationships xmlns="http://schemas.openxmlformats.org/package/2006/relationships"><Relationship Id="rId9" Type="http://schemas.openxmlformats.org/officeDocument/2006/relationships/tags" Target="../tags/tag1597.xml"/><Relationship Id="rId8" Type="http://schemas.openxmlformats.org/officeDocument/2006/relationships/tags" Target="../tags/tag1596.xml"/><Relationship Id="rId7" Type="http://schemas.openxmlformats.org/officeDocument/2006/relationships/tags" Target="../tags/tag1595.xml"/><Relationship Id="rId6" Type="http://schemas.openxmlformats.org/officeDocument/2006/relationships/tags" Target="../tags/tag1594.xml"/><Relationship Id="rId5" Type="http://schemas.openxmlformats.org/officeDocument/2006/relationships/tags" Target="../tags/tag1593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592.xml"/><Relationship Id="rId1" Type="http://schemas.openxmlformats.org/officeDocument/2006/relationships/slideMaster" Target="../slideMasters/slideMaster13.xml"/></Relationships>
</file>

<file path=ppt/slideLayouts/_rels/slideLayout213.xml.rels><?xml version="1.0" encoding="UTF-8" standalone="yes"?>
<Relationships xmlns="http://schemas.openxmlformats.org/package/2006/relationships"><Relationship Id="rId9" Type="http://schemas.openxmlformats.org/officeDocument/2006/relationships/tags" Target="../tags/tag1603.xml"/><Relationship Id="rId8" Type="http://schemas.openxmlformats.org/officeDocument/2006/relationships/tags" Target="../tags/tag1602.xml"/><Relationship Id="rId7" Type="http://schemas.openxmlformats.org/officeDocument/2006/relationships/tags" Target="../tags/tag1601.xml"/><Relationship Id="rId6" Type="http://schemas.openxmlformats.org/officeDocument/2006/relationships/tags" Target="../tags/tag1600.xml"/><Relationship Id="rId5" Type="http://schemas.openxmlformats.org/officeDocument/2006/relationships/tags" Target="../tags/tag159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98.xml"/><Relationship Id="rId10" Type="http://schemas.openxmlformats.org/officeDocument/2006/relationships/tags" Target="../tags/tag1604.xml"/><Relationship Id="rId1" Type="http://schemas.openxmlformats.org/officeDocument/2006/relationships/slideMaster" Target="../slideMasters/slideMaster13.xml"/></Relationships>
</file>

<file path=ppt/slideLayouts/_rels/slideLayout214.xml.rels><?xml version="1.0" encoding="UTF-8" standalone="yes"?>
<Relationships xmlns="http://schemas.openxmlformats.org/package/2006/relationships"><Relationship Id="rId9" Type="http://schemas.openxmlformats.org/officeDocument/2006/relationships/tags" Target="../tags/tag1610.xml"/><Relationship Id="rId8" Type="http://schemas.openxmlformats.org/officeDocument/2006/relationships/tags" Target="../tags/tag1609.xml"/><Relationship Id="rId7" Type="http://schemas.openxmlformats.org/officeDocument/2006/relationships/tags" Target="../tags/tag1608.xml"/><Relationship Id="rId6" Type="http://schemas.openxmlformats.org/officeDocument/2006/relationships/tags" Target="../tags/tag1607.xml"/><Relationship Id="rId5" Type="http://schemas.openxmlformats.org/officeDocument/2006/relationships/tags" Target="../tags/tag160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05.xml"/><Relationship Id="rId12" Type="http://schemas.openxmlformats.org/officeDocument/2006/relationships/tags" Target="../tags/tag1613.xml"/><Relationship Id="rId11" Type="http://schemas.openxmlformats.org/officeDocument/2006/relationships/tags" Target="../tags/tag1612.xml"/><Relationship Id="rId10" Type="http://schemas.openxmlformats.org/officeDocument/2006/relationships/tags" Target="../tags/tag1611.xml"/><Relationship Id="rId1" Type="http://schemas.openxmlformats.org/officeDocument/2006/relationships/slideMaster" Target="../slideMasters/slideMaster13.xml"/></Relationships>
</file>

<file path=ppt/slideLayouts/_rels/slideLayout215.xml.rels><?xml version="1.0" encoding="UTF-8" standalone="yes"?>
<Relationships xmlns="http://schemas.openxmlformats.org/package/2006/relationships"><Relationship Id="rId9" Type="http://schemas.openxmlformats.org/officeDocument/2006/relationships/tags" Target="../tags/tag1619.xml"/><Relationship Id="rId8" Type="http://schemas.openxmlformats.org/officeDocument/2006/relationships/tags" Target="../tags/tag1618.xml"/><Relationship Id="rId7" Type="http://schemas.openxmlformats.org/officeDocument/2006/relationships/tags" Target="../tags/tag1617.xml"/><Relationship Id="rId6" Type="http://schemas.openxmlformats.org/officeDocument/2006/relationships/tags" Target="../tags/tag1616.xml"/><Relationship Id="rId5" Type="http://schemas.openxmlformats.org/officeDocument/2006/relationships/tags" Target="../tags/tag1615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614.xml"/><Relationship Id="rId1" Type="http://schemas.openxmlformats.org/officeDocument/2006/relationships/slideMaster" Target="../slideMasters/slideMaster13.xml"/></Relationships>
</file>

<file path=ppt/slideLayouts/_rels/slideLayout216.xml.rels><?xml version="1.0" encoding="UTF-8" standalone="yes"?>
<Relationships xmlns="http://schemas.openxmlformats.org/package/2006/relationships"><Relationship Id="rId4" Type="http://schemas.openxmlformats.org/officeDocument/2006/relationships/tags" Target="../tags/tag1622.xml"/><Relationship Id="rId3" Type="http://schemas.openxmlformats.org/officeDocument/2006/relationships/tags" Target="../tags/tag1621.xml"/><Relationship Id="rId2" Type="http://schemas.openxmlformats.org/officeDocument/2006/relationships/tags" Target="../tags/tag1620.xml"/><Relationship Id="rId1" Type="http://schemas.openxmlformats.org/officeDocument/2006/relationships/slideMaster" Target="../slideMasters/slideMaster13.xml"/></Relationships>
</file>

<file path=ppt/slideLayouts/_rels/slideLayout217.xml.rels><?xml version="1.0" encoding="UTF-8" standalone="yes"?>
<Relationships xmlns="http://schemas.openxmlformats.org/package/2006/relationships"><Relationship Id="rId9" Type="http://schemas.openxmlformats.org/officeDocument/2006/relationships/tags" Target="../tags/tag1626.xml"/><Relationship Id="rId8" Type="http://schemas.openxmlformats.org/officeDocument/2006/relationships/tags" Target="../tags/tag162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62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23.xml"/><Relationship Id="rId13" Type="http://schemas.openxmlformats.org/officeDocument/2006/relationships/tags" Target="../tags/tag1630.xml"/><Relationship Id="rId12" Type="http://schemas.openxmlformats.org/officeDocument/2006/relationships/tags" Target="../tags/tag1629.xml"/><Relationship Id="rId11" Type="http://schemas.openxmlformats.org/officeDocument/2006/relationships/tags" Target="../tags/tag1628.xml"/><Relationship Id="rId10" Type="http://schemas.openxmlformats.org/officeDocument/2006/relationships/tags" Target="../tags/tag1627.xml"/><Relationship Id="rId1" Type="http://schemas.openxmlformats.org/officeDocument/2006/relationships/slideMaster" Target="../slideMasters/slideMaster13.xml"/></Relationships>
</file>

<file path=ppt/slideLayouts/_rels/slideLayout218.xml.rels><?xml version="1.0" encoding="UTF-8" standalone="yes"?>
<Relationships xmlns="http://schemas.openxmlformats.org/package/2006/relationships"><Relationship Id="rId9" Type="http://schemas.openxmlformats.org/officeDocument/2006/relationships/tags" Target="../tags/tag1634.xml"/><Relationship Id="rId8" Type="http://schemas.openxmlformats.org/officeDocument/2006/relationships/tags" Target="../tags/tag163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63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31.xml"/><Relationship Id="rId12" Type="http://schemas.openxmlformats.org/officeDocument/2006/relationships/tags" Target="../tags/tag1637.xml"/><Relationship Id="rId11" Type="http://schemas.openxmlformats.org/officeDocument/2006/relationships/tags" Target="../tags/tag1636.xml"/><Relationship Id="rId10" Type="http://schemas.openxmlformats.org/officeDocument/2006/relationships/tags" Target="../tags/tag1635.xml"/><Relationship Id="rId1" Type="http://schemas.openxmlformats.org/officeDocument/2006/relationships/slideMaster" Target="../slideMasters/slideMaster13.xml"/></Relationships>
</file>

<file path=ppt/slideLayouts/_rels/slideLayout219.xml.rels><?xml version="1.0" encoding="UTF-8" standalone="yes"?>
<Relationships xmlns="http://schemas.openxmlformats.org/package/2006/relationships"><Relationship Id="rId9" Type="http://schemas.openxmlformats.org/officeDocument/2006/relationships/tags" Target="../tags/tag1641.xml"/><Relationship Id="rId8" Type="http://schemas.openxmlformats.org/officeDocument/2006/relationships/tags" Target="../tags/tag164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63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38.xml"/><Relationship Id="rId11" Type="http://schemas.openxmlformats.org/officeDocument/2006/relationships/tags" Target="../tags/tag1643.xml"/><Relationship Id="rId10" Type="http://schemas.openxmlformats.org/officeDocument/2006/relationships/tags" Target="../tags/tag1642.xml"/><Relationship Id="rId1" Type="http://schemas.openxmlformats.org/officeDocument/2006/relationships/slideMaster" Target="../slideMasters/slideMaster13.xml"/></Relationships>
</file>

<file path=ppt/slideLayouts/_rels/slideLayout220.xml.rels><?xml version="1.0" encoding="UTF-8" standalone="yes"?>
<Relationships xmlns="http://schemas.openxmlformats.org/package/2006/relationships"><Relationship Id="rId9" Type="http://schemas.openxmlformats.org/officeDocument/2006/relationships/tags" Target="../tags/tag1649.xml"/><Relationship Id="rId8" Type="http://schemas.openxmlformats.org/officeDocument/2006/relationships/tags" Target="../tags/tag1648.xml"/><Relationship Id="rId7" Type="http://schemas.openxmlformats.org/officeDocument/2006/relationships/tags" Target="../tags/tag1647.xml"/><Relationship Id="rId6" Type="http://schemas.openxmlformats.org/officeDocument/2006/relationships/tags" Target="../tags/tag1646.xml"/><Relationship Id="rId5" Type="http://schemas.openxmlformats.org/officeDocument/2006/relationships/tags" Target="../tags/tag164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644.xml"/><Relationship Id="rId14" Type="http://schemas.openxmlformats.org/officeDocument/2006/relationships/image" Target="../media/image10.svg"/><Relationship Id="rId13" Type="http://schemas.openxmlformats.org/officeDocument/2006/relationships/image" Target="../media/image8.png"/><Relationship Id="rId12" Type="http://schemas.openxmlformats.org/officeDocument/2006/relationships/tags" Target="../tags/tag1652.xml"/><Relationship Id="rId11" Type="http://schemas.openxmlformats.org/officeDocument/2006/relationships/tags" Target="../tags/tag1651.xml"/><Relationship Id="rId10" Type="http://schemas.openxmlformats.org/officeDocument/2006/relationships/tags" Target="../tags/tag1650.xml"/><Relationship Id="rId1" Type="http://schemas.openxmlformats.org/officeDocument/2006/relationships/slideMaster" Target="../slideMasters/slideMaster13.xml"/></Relationships>
</file>

<file path=ppt/slideLayouts/_rels/slideLayout221.xml.rels><?xml version="1.0" encoding="UTF-8" standalone="yes"?>
<Relationships xmlns="http://schemas.openxmlformats.org/package/2006/relationships"><Relationship Id="rId9" Type="http://schemas.openxmlformats.org/officeDocument/2006/relationships/tags" Target="../tags/tag1656.xml"/><Relationship Id="rId8" Type="http://schemas.openxmlformats.org/officeDocument/2006/relationships/tags" Target="../tags/tag165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65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53.xml"/><Relationship Id="rId11" Type="http://schemas.openxmlformats.org/officeDocument/2006/relationships/tags" Target="../tags/tag1658.xml"/><Relationship Id="rId10" Type="http://schemas.openxmlformats.org/officeDocument/2006/relationships/tags" Target="../tags/tag1657.xml"/><Relationship Id="rId1" Type="http://schemas.openxmlformats.org/officeDocument/2006/relationships/slideMaster" Target="../slideMasters/slideMaster13.xml"/></Relationships>
</file>

<file path=ppt/slideLayouts/_rels/slideLayout222.xml.rels><?xml version="1.0" encoding="UTF-8" standalone="yes"?>
<Relationships xmlns="http://schemas.openxmlformats.org/package/2006/relationships"><Relationship Id="rId9" Type="http://schemas.openxmlformats.org/officeDocument/2006/relationships/tags" Target="../tags/tag166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6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60.xml"/><Relationship Id="rId2" Type="http://schemas.openxmlformats.org/officeDocument/2006/relationships/tags" Target="../tags/tag1659.xml"/><Relationship Id="rId13" Type="http://schemas.openxmlformats.org/officeDocument/2006/relationships/tags" Target="../tags/tag1666.xml"/><Relationship Id="rId12" Type="http://schemas.openxmlformats.org/officeDocument/2006/relationships/tags" Target="../tags/tag1665.xml"/><Relationship Id="rId11" Type="http://schemas.openxmlformats.org/officeDocument/2006/relationships/tags" Target="../tags/tag1664.xml"/><Relationship Id="rId10" Type="http://schemas.openxmlformats.org/officeDocument/2006/relationships/tags" Target="../tags/tag1663.xml"/><Relationship Id="rId1" Type="http://schemas.openxmlformats.org/officeDocument/2006/relationships/slideMaster" Target="../slideMasters/slideMaster13.xml"/></Relationships>
</file>

<file path=ppt/slideLayouts/_rels/slideLayout223.xml.rels><?xml version="1.0" encoding="UTF-8" standalone="yes"?>
<Relationships xmlns="http://schemas.openxmlformats.org/package/2006/relationships"><Relationship Id="rId9" Type="http://schemas.openxmlformats.org/officeDocument/2006/relationships/tags" Target="../tags/tag1672.xml"/><Relationship Id="rId8" Type="http://schemas.openxmlformats.org/officeDocument/2006/relationships/tags" Target="../tags/tag1671.xml"/><Relationship Id="rId7" Type="http://schemas.openxmlformats.org/officeDocument/2006/relationships/tags" Target="../tags/tag1670.xml"/><Relationship Id="rId6" Type="http://schemas.openxmlformats.org/officeDocument/2006/relationships/tags" Target="../tags/tag166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68.xml"/><Relationship Id="rId2" Type="http://schemas.openxmlformats.org/officeDocument/2006/relationships/tags" Target="../tags/tag1667.xml"/><Relationship Id="rId13" Type="http://schemas.openxmlformats.org/officeDocument/2006/relationships/image" Target="../media/image10.svg"/><Relationship Id="rId12" Type="http://schemas.openxmlformats.org/officeDocument/2006/relationships/image" Target="../media/image8.png"/><Relationship Id="rId11" Type="http://schemas.openxmlformats.org/officeDocument/2006/relationships/tags" Target="../tags/tag1674.xml"/><Relationship Id="rId10" Type="http://schemas.openxmlformats.org/officeDocument/2006/relationships/tags" Target="../tags/tag1673.xml"/><Relationship Id="rId1" Type="http://schemas.openxmlformats.org/officeDocument/2006/relationships/slideMaster" Target="../slideMasters/slideMaster13.xml"/></Relationships>
</file>

<file path=ppt/slideLayouts/_rels/slideLayout224.xml.rels><?xml version="1.0" encoding="UTF-8" standalone="yes"?>
<Relationships xmlns="http://schemas.openxmlformats.org/package/2006/relationships"><Relationship Id="rId9" Type="http://schemas.openxmlformats.org/officeDocument/2006/relationships/tags" Target="../tags/tag167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7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76.xml"/><Relationship Id="rId2" Type="http://schemas.openxmlformats.org/officeDocument/2006/relationships/tags" Target="../tags/tag1675.xml"/><Relationship Id="rId16" Type="http://schemas.openxmlformats.org/officeDocument/2006/relationships/image" Target="../media/image10.svg"/><Relationship Id="rId15" Type="http://schemas.openxmlformats.org/officeDocument/2006/relationships/image" Target="../media/image8.png"/><Relationship Id="rId14" Type="http://schemas.openxmlformats.org/officeDocument/2006/relationships/tags" Target="../tags/tag1683.xml"/><Relationship Id="rId13" Type="http://schemas.openxmlformats.org/officeDocument/2006/relationships/tags" Target="../tags/tag1682.xml"/><Relationship Id="rId12" Type="http://schemas.openxmlformats.org/officeDocument/2006/relationships/tags" Target="../tags/tag1681.xml"/><Relationship Id="rId11" Type="http://schemas.openxmlformats.org/officeDocument/2006/relationships/tags" Target="../tags/tag1680.xml"/><Relationship Id="rId10" Type="http://schemas.openxmlformats.org/officeDocument/2006/relationships/tags" Target="../tags/tag1679.xml"/><Relationship Id="rId1" Type="http://schemas.openxmlformats.org/officeDocument/2006/relationships/slideMaster" Target="../slideMasters/slideMaster13.xml"/></Relationships>
</file>

<file path=ppt/slideLayouts/_rels/slideLayout225.xml.rels><?xml version="1.0" encoding="UTF-8" standalone="yes"?>
<Relationships xmlns="http://schemas.openxmlformats.org/package/2006/relationships"><Relationship Id="rId9" Type="http://schemas.openxmlformats.org/officeDocument/2006/relationships/tags" Target="../tags/tag168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8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85.xml"/><Relationship Id="rId2" Type="http://schemas.openxmlformats.org/officeDocument/2006/relationships/tags" Target="../tags/tag1684.xml"/><Relationship Id="rId14" Type="http://schemas.openxmlformats.org/officeDocument/2006/relationships/tags" Target="../tags/tag1692.xml"/><Relationship Id="rId13" Type="http://schemas.openxmlformats.org/officeDocument/2006/relationships/tags" Target="../tags/tag1691.xml"/><Relationship Id="rId12" Type="http://schemas.openxmlformats.org/officeDocument/2006/relationships/tags" Target="../tags/tag1690.xml"/><Relationship Id="rId11" Type="http://schemas.openxmlformats.org/officeDocument/2006/relationships/tags" Target="../tags/tag1689.xml"/><Relationship Id="rId10" Type="http://schemas.openxmlformats.org/officeDocument/2006/relationships/tags" Target="../tags/tag1688.xml"/><Relationship Id="rId1" Type="http://schemas.openxmlformats.org/officeDocument/2006/relationships/slideMaster" Target="../slideMasters/slideMaster13.xml"/></Relationships>
</file>

<file path=ppt/slideLayouts/_rels/slideLayout226.xml.rels><?xml version="1.0" encoding="UTF-8" standalone="yes"?>
<Relationships xmlns="http://schemas.openxmlformats.org/package/2006/relationships"><Relationship Id="rId9" Type="http://schemas.openxmlformats.org/officeDocument/2006/relationships/tags" Target="../tags/tag169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9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94.xml"/><Relationship Id="rId2" Type="http://schemas.openxmlformats.org/officeDocument/2006/relationships/tags" Target="../tags/tag1693.xml"/><Relationship Id="rId18" Type="http://schemas.openxmlformats.org/officeDocument/2006/relationships/image" Target="../media/image10.svg"/><Relationship Id="rId17" Type="http://schemas.openxmlformats.org/officeDocument/2006/relationships/image" Target="../media/image8.png"/><Relationship Id="rId16" Type="http://schemas.openxmlformats.org/officeDocument/2006/relationships/tags" Target="../tags/tag1703.xml"/><Relationship Id="rId15" Type="http://schemas.openxmlformats.org/officeDocument/2006/relationships/tags" Target="../tags/tag1702.xml"/><Relationship Id="rId14" Type="http://schemas.openxmlformats.org/officeDocument/2006/relationships/tags" Target="../tags/tag1701.xml"/><Relationship Id="rId13" Type="http://schemas.openxmlformats.org/officeDocument/2006/relationships/tags" Target="../tags/tag1700.xml"/><Relationship Id="rId12" Type="http://schemas.openxmlformats.org/officeDocument/2006/relationships/tags" Target="../tags/tag1699.xml"/><Relationship Id="rId11" Type="http://schemas.openxmlformats.org/officeDocument/2006/relationships/tags" Target="../tags/tag1698.xml"/><Relationship Id="rId10" Type="http://schemas.openxmlformats.org/officeDocument/2006/relationships/tags" Target="../tags/tag1697.xml"/><Relationship Id="rId1" Type="http://schemas.openxmlformats.org/officeDocument/2006/relationships/slideMaster" Target="../slideMasters/slideMaster13.xml"/></Relationships>
</file>

<file path=ppt/slideLayouts/_rels/slideLayout227.xml.rels><?xml version="1.0" encoding="UTF-8" standalone="yes"?>
<Relationships xmlns="http://schemas.openxmlformats.org/package/2006/relationships"><Relationship Id="rId9" Type="http://schemas.openxmlformats.org/officeDocument/2006/relationships/tags" Target="../tags/tag170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70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705.xml"/><Relationship Id="rId2" Type="http://schemas.openxmlformats.org/officeDocument/2006/relationships/tags" Target="../tags/tag1704.xml"/><Relationship Id="rId13" Type="http://schemas.openxmlformats.org/officeDocument/2006/relationships/tags" Target="../tags/tag1711.xml"/><Relationship Id="rId12" Type="http://schemas.openxmlformats.org/officeDocument/2006/relationships/tags" Target="../tags/tag1710.xml"/><Relationship Id="rId11" Type="http://schemas.openxmlformats.org/officeDocument/2006/relationships/tags" Target="../tags/tag1709.xml"/><Relationship Id="rId10" Type="http://schemas.openxmlformats.org/officeDocument/2006/relationships/tags" Target="../tags/tag1708.xml"/><Relationship Id="rId1" Type="http://schemas.openxmlformats.org/officeDocument/2006/relationships/slideMaster" Target="../slideMasters/slideMaster13.xml"/></Relationships>
</file>

<file path=ppt/slideLayouts/_rels/slideLayout228.xml.rels><?xml version="1.0" encoding="UTF-8" standalone="yes"?>
<Relationships xmlns="http://schemas.openxmlformats.org/package/2006/relationships"><Relationship Id="rId9" Type="http://schemas.openxmlformats.org/officeDocument/2006/relationships/tags" Target="../tags/tag1723.xml"/><Relationship Id="rId8" Type="http://schemas.openxmlformats.org/officeDocument/2006/relationships/tags" Target="../tags/tag1722.xml"/><Relationship Id="rId7" Type="http://schemas.openxmlformats.org/officeDocument/2006/relationships/tags" Target="../tags/tag1721.xml"/><Relationship Id="rId6" Type="http://schemas.openxmlformats.org/officeDocument/2006/relationships/tags" Target="../tags/tag1720.xml"/><Relationship Id="rId5" Type="http://schemas.openxmlformats.org/officeDocument/2006/relationships/tags" Target="../tags/tag171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718.xml"/><Relationship Id="rId1" Type="http://schemas.openxmlformats.org/officeDocument/2006/relationships/slideMaster" Target="../slideMasters/slideMaster14.xml"/></Relationships>
</file>

<file path=ppt/slideLayouts/_rels/slideLayout229.xml.rels><?xml version="1.0" encoding="UTF-8" standalone="yes"?>
<Relationships xmlns="http://schemas.openxmlformats.org/package/2006/relationships"><Relationship Id="rId9" Type="http://schemas.openxmlformats.org/officeDocument/2006/relationships/tags" Target="../tags/tag1729.xml"/><Relationship Id="rId8" Type="http://schemas.openxmlformats.org/officeDocument/2006/relationships/tags" Target="../tags/tag1728.xml"/><Relationship Id="rId7" Type="http://schemas.openxmlformats.org/officeDocument/2006/relationships/tags" Target="../tags/tag1727.xml"/><Relationship Id="rId6" Type="http://schemas.openxmlformats.org/officeDocument/2006/relationships/tags" Target="../tags/tag1726.xml"/><Relationship Id="rId5" Type="http://schemas.openxmlformats.org/officeDocument/2006/relationships/tags" Target="../tags/tag172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24.xml"/><Relationship Id="rId1" Type="http://schemas.openxmlformats.org/officeDocument/2006/relationships/slideMaster" Target="../slideMasters/slideMaster14.xml"/></Relationships>
</file>

<file path=ppt/slideLayouts/_rels/slideLayout230.xml.rels><?xml version="1.0" encoding="UTF-8" standalone="yes"?>
<Relationships xmlns="http://schemas.openxmlformats.org/package/2006/relationships"><Relationship Id="rId9" Type="http://schemas.openxmlformats.org/officeDocument/2006/relationships/tags" Target="../tags/tag1735.xml"/><Relationship Id="rId8" Type="http://schemas.openxmlformats.org/officeDocument/2006/relationships/tags" Target="../tags/tag1734.xml"/><Relationship Id="rId7" Type="http://schemas.openxmlformats.org/officeDocument/2006/relationships/tags" Target="../tags/tag1733.xml"/><Relationship Id="rId6" Type="http://schemas.openxmlformats.org/officeDocument/2006/relationships/tags" Target="../tags/tag1732.xml"/><Relationship Id="rId5" Type="http://schemas.openxmlformats.org/officeDocument/2006/relationships/tags" Target="../tags/tag1731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730.xml"/><Relationship Id="rId1" Type="http://schemas.openxmlformats.org/officeDocument/2006/relationships/slideMaster" Target="../slideMasters/slideMaster14.xml"/></Relationships>
</file>

<file path=ppt/slideLayouts/_rels/slideLayout231.xml.rels><?xml version="1.0" encoding="UTF-8" standalone="yes"?>
<Relationships xmlns="http://schemas.openxmlformats.org/package/2006/relationships"><Relationship Id="rId9" Type="http://schemas.openxmlformats.org/officeDocument/2006/relationships/tags" Target="../tags/tag1741.xml"/><Relationship Id="rId8" Type="http://schemas.openxmlformats.org/officeDocument/2006/relationships/tags" Target="../tags/tag1740.xml"/><Relationship Id="rId7" Type="http://schemas.openxmlformats.org/officeDocument/2006/relationships/tags" Target="../tags/tag1739.xml"/><Relationship Id="rId6" Type="http://schemas.openxmlformats.org/officeDocument/2006/relationships/tags" Target="../tags/tag1738.xml"/><Relationship Id="rId5" Type="http://schemas.openxmlformats.org/officeDocument/2006/relationships/tags" Target="../tags/tag173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36.xml"/><Relationship Id="rId10" Type="http://schemas.openxmlformats.org/officeDocument/2006/relationships/tags" Target="../tags/tag1742.xml"/><Relationship Id="rId1" Type="http://schemas.openxmlformats.org/officeDocument/2006/relationships/slideMaster" Target="../slideMasters/slideMaster14.xml"/></Relationships>
</file>

<file path=ppt/slideLayouts/_rels/slideLayout232.xml.rels><?xml version="1.0" encoding="UTF-8" standalone="yes"?>
<Relationships xmlns="http://schemas.openxmlformats.org/package/2006/relationships"><Relationship Id="rId9" Type="http://schemas.openxmlformats.org/officeDocument/2006/relationships/tags" Target="../tags/tag1748.xml"/><Relationship Id="rId8" Type="http://schemas.openxmlformats.org/officeDocument/2006/relationships/tags" Target="../tags/tag1747.xml"/><Relationship Id="rId7" Type="http://schemas.openxmlformats.org/officeDocument/2006/relationships/tags" Target="../tags/tag1746.xml"/><Relationship Id="rId6" Type="http://schemas.openxmlformats.org/officeDocument/2006/relationships/tags" Target="../tags/tag1745.xml"/><Relationship Id="rId5" Type="http://schemas.openxmlformats.org/officeDocument/2006/relationships/tags" Target="../tags/tag174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43.xml"/><Relationship Id="rId12" Type="http://schemas.openxmlformats.org/officeDocument/2006/relationships/tags" Target="../tags/tag1751.xml"/><Relationship Id="rId11" Type="http://schemas.openxmlformats.org/officeDocument/2006/relationships/tags" Target="../tags/tag1750.xml"/><Relationship Id="rId10" Type="http://schemas.openxmlformats.org/officeDocument/2006/relationships/tags" Target="../tags/tag1749.xml"/><Relationship Id="rId1" Type="http://schemas.openxmlformats.org/officeDocument/2006/relationships/slideMaster" Target="../slideMasters/slideMaster14.xml"/></Relationships>
</file>

<file path=ppt/slideLayouts/_rels/slideLayout233.xml.rels><?xml version="1.0" encoding="UTF-8" standalone="yes"?>
<Relationships xmlns="http://schemas.openxmlformats.org/package/2006/relationships"><Relationship Id="rId9" Type="http://schemas.openxmlformats.org/officeDocument/2006/relationships/tags" Target="../tags/tag1757.xml"/><Relationship Id="rId8" Type="http://schemas.openxmlformats.org/officeDocument/2006/relationships/tags" Target="../tags/tag1756.xml"/><Relationship Id="rId7" Type="http://schemas.openxmlformats.org/officeDocument/2006/relationships/tags" Target="../tags/tag1755.xml"/><Relationship Id="rId6" Type="http://schemas.openxmlformats.org/officeDocument/2006/relationships/tags" Target="../tags/tag1754.xml"/><Relationship Id="rId5" Type="http://schemas.openxmlformats.org/officeDocument/2006/relationships/tags" Target="../tags/tag1753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752.xml"/><Relationship Id="rId1" Type="http://schemas.openxmlformats.org/officeDocument/2006/relationships/slideMaster" Target="../slideMasters/slideMaster14.xml"/></Relationships>
</file>

<file path=ppt/slideLayouts/_rels/slideLayout234.xml.rels><?xml version="1.0" encoding="UTF-8" standalone="yes"?>
<Relationships xmlns="http://schemas.openxmlformats.org/package/2006/relationships"><Relationship Id="rId4" Type="http://schemas.openxmlformats.org/officeDocument/2006/relationships/tags" Target="../tags/tag1760.xml"/><Relationship Id="rId3" Type="http://schemas.openxmlformats.org/officeDocument/2006/relationships/tags" Target="../tags/tag1759.xml"/><Relationship Id="rId2" Type="http://schemas.openxmlformats.org/officeDocument/2006/relationships/tags" Target="../tags/tag1758.xml"/><Relationship Id="rId1" Type="http://schemas.openxmlformats.org/officeDocument/2006/relationships/slideMaster" Target="../slideMasters/slideMaster14.xml"/></Relationships>
</file>

<file path=ppt/slideLayouts/_rels/slideLayout235.xml.rels><?xml version="1.0" encoding="UTF-8" standalone="yes"?>
<Relationships xmlns="http://schemas.openxmlformats.org/package/2006/relationships"><Relationship Id="rId9" Type="http://schemas.openxmlformats.org/officeDocument/2006/relationships/tags" Target="../tags/tag1764.xml"/><Relationship Id="rId8" Type="http://schemas.openxmlformats.org/officeDocument/2006/relationships/tags" Target="../tags/tag176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76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61.xml"/><Relationship Id="rId13" Type="http://schemas.openxmlformats.org/officeDocument/2006/relationships/tags" Target="../tags/tag1768.xml"/><Relationship Id="rId12" Type="http://schemas.openxmlformats.org/officeDocument/2006/relationships/tags" Target="../tags/tag1767.xml"/><Relationship Id="rId11" Type="http://schemas.openxmlformats.org/officeDocument/2006/relationships/tags" Target="../tags/tag1766.xml"/><Relationship Id="rId10" Type="http://schemas.openxmlformats.org/officeDocument/2006/relationships/tags" Target="../tags/tag1765.xml"/><Relationship Id="rId1" Type="http://schemas.openxmlformats.org/officeDocument/2006/relationships/slideMaster" Target="../slideMasters/slideMaster14.xml"/></Relationships>
</file>

<file path=ppt/slideLayouts/_rels/slideLayout236.xml.rels><?xml version="1.0" encoding="UTF-8" standalone="yes"?>
<Relationships xmlns="http://schemas.openxmlformats.org/package/2006/relationships"><Relationship Id="rId9" Type="http://schemas.openxmlformats.org/officeDocument/2006/relationships/tags" Target="../tags/tag1772.xml"/><Relationship Id="rId8" Type="http://schemas.openxmlformats.org/officeDocument/2006/relationships/tags" Target="../tags/tag177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77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69.xml"/><Relationship Id="rId12" Type="http://schemas.openxmlformats.org/officeDocument/2006/relationships/tags" Target="../tags/tag1775.xml"/><Relationship Id="rId11" Type="http://schemas.openxmlformats.org/officeDocument/2006/relationships/tags" Target="../tags/tag1774.xml"/><Relationship Id="rId10" Type="http://schemas.openxmlformats.org/officeDocument/2006/relationships/tags" Target="../tags/tag1773.xml"/><Relationship Id="rId1" Type="http://schemas.openxmlformats.org/officeDocument/2006/relationships/slideMaster" Target="../slideMasters/slideMaster14.xml"/></Relationships>
</file>

<file path=ppt/slideLayouts/_rels/slideLayout237.xml.rels><?xml version="1.0" encoding="UTF-8" standalone="yes"?>
<Relationships xmlns="http://schemas.openxmlformats.org/package/2006/relationships"><Relationship Id="rId9" Type="http://schemas.openxmlformats.org/officeDocument/2006/relationships/tags" Target="../tags/tag1779.xml"/><Relationship Id="rId8" Type="http://schemas.openxmlformats.org/officeDocument/2006/relationships/tags" Target="../tags/tag177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77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76.xml"/><Relationship Id="rId11" Type="http://schemas.openxmlformats.org/officeDocument/2006/relationships/tags" Target="../tags/tag1781.xml"/><Relationship Id="rId10" Type="http://schemas.openxmlformats.org/officeDocument/2006/relationships/tags" Target="../tags/tag1780.xml"/><Relationship Id="rId1" Type="http://schemas.openxmlformats.org/officeDocument/2006/relationships/slideMaster" Target="../slideMasters/slideMaster14.xml"/></Relationships>
</file>

<file path=ppt/slideLayouts/_rels/slideLayout238.xml.rels><?xml version="1.0" encoding="UTF-8" standalone="yes"?>
<Relationships xmlns="http://schemas.openxmlformats.org/package/2006/relationships"><Relationship Id="rId9" Type="http://schemas.openxmlformats.org/officeDocument/2006/relationships/tags" Target="../tags/tag1787.xml"/><Relationship Id="rId8" Type="http://schemas.openxmlformats.org/officeDocument/2006/relationships/tags" Target="../tags/tag1786.xml"/><Relationship Id="rId7" Type="http://schemas.openxmlformats.org/officeDocument/2006/relationships/tags" Target="../tags/tag1785.xml"/><Relationship Id="rId6" Type="http://schemas.openxmlformats.org/officeDocument/2006/relationships/tags" Target="../tags/tag1784.xml"/><Relationship Id="rId5" Type="http://schemas.openxmlformats.org/officeDocument/2006/relationships/tags" Target="../tags/tag178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782.xml"/><Relationship Id="rId14" Type="http://schemas.openxmlformats.org/officeDocument/2006/relationships/image" Target="../media/image12.svg"/><Relationship Id="rId13" Type="http://schemas.openxmlformats.org/officeDocument/2006/relationships/image" Target="../media/image8.png"/><Relationship Id="rId12" Type="http://schemas.openxmlformats.org/officeDocument/2006/relationships/tags" Target="../tags/tag1790.xml"/><Relationship Id="rId11" Type="http://schemas.openxmlformats.org/officeDocument/2006/relationships/tags" Target="../tags/tag1789.xml"/><Relationship Id="rId10" Type="http://schemas.openxmlformats.org/officeDocument/2006/relationships/tags" Target="../tags/tag1788.xml"/><Relationship Id="rId1" Type="http://schemas.openxmlformats.org/officeDocument/2006/relationships/slideMaster" Target="../slideMasters/slideMaster14.xml"/></Relationships>
</file>

<file path=ppt/slideLayouts/_rels/slideLayout239.xml.rels><?xml version="1.0" encoding="UTF-8" standalone="yes"?>
<Relationships xmlns="http://schemas.openxmlformats.org/package/2006/relationships"><Relationship Id="rId9" Type="http://schemas.openxmlformats.org/officeDocument/2006/relationships/tags" Target="../tags/tag1794.xml"/><Relationship Id="rId8" Type="http://schemas.openxmlformats.org/officeDocument/2006/relationships/tags" Target="../tags/tag179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79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91.xml"/><Relationship Id="rId11" Type="http://schemas.openxmlformats.org/officeDocument/2006/relationships/tags" Target="../tags/tag1796.xml"/><Relationship Id="rId10" Type="http://schemas.openxmlformats.org/officeDocument/2006/relationships/tags" Target="../tags/tag1795.xml"/><Relationship Id="rId1" Type="http://schemas.openxmlformats.org/officeDocument/2006/relationships/slideMaster" Target="../slideMasters/slideMaster14.xml"/></Relationships>
</file>

<file path=ppt/slideLayouts/_rels/slideLayout240.xml.rels><?xml version="1.0" encoding="UTF-8" standalone="yes"?>
<Relationships xmlns="http://schemas.openxmlformats.org/package/2006/relationships"><Relationship Id="rId9" Type="http://schemas.openxmlformats.org/officeDocument/2006/relationships/tags" Target="../tags/tag180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79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798.xml"/><Relationship Id="rId2" Type="http://schemas.openxmlformats.org/officeDocument/2006/relationships/tags" Target="../tags/tag1797.xml"/><Relationship Id="rId13" Type="http://schemas.openxmlformats.org/officeDocument/2006/relationships/tags" Target="../tags/tag1804.xml"/><Relationship Id="rId12" Type="http://schemas.openxmlformats.org/officeDocument/2006/relationships/tags" Target="../tags/tag1803.xml"/><Relationship Id="rId11" Type="http://schemas.openxmlformats.org/officeDocument/2006/relationships/tags" Target="../tags/tag1802.xml"/><Relationship Id="rId10" Type="http://schemas.openxmlformats.org/officeDocument/2006/relationships/tags" Target="../tags/tag1801.xml"/><Relationship Id="rId1" Type="http://schemas.openxmlformats.org/officeDocument/2006/relationships/slideMaster" Target="../slideMasters/slideMaster14.xml"/></Relationships>
</file>

<file path=ppt/slideLayouts/_rels/slideLayout241.xml.rels><?xml version="1.0" encoding="UTF-8" standalone="yes"?>
<Relationships xmlns="http://schemas.openxmlformats.org/package/2006/relationships"><Relationship Id="rId9" Type="http://schemas.openxmlformats.org/officeDocument/2006/relationships/tags" Target="../tags/tag1810.xml"/><Relationship Id="rId8" Type="http://schemas.openxmlformats.org/officeDocument/2006/relationships/tags" Target="../tags/tag1809.xml"/><Relationship Id="rId7" Type="http://schemas.openxmlformats.org/officeDocument/2006/relationships/tags" Target="../tags/tag1808.xml"/><Relationship Id="rId6" Type="http://schemas.openxmlformats.org/officeDocument/2006/relationships/tags" Target="../tags/tag180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06.xml"/><Relationship Id="rId2" Type="http://schemas.openxmlformats.org/officeDocument/2006/relationships/tags" Target="../tags/tag1805.xml"/><Relationship Id="rId13" Type="http://schemas.openxmlformats.org/officeDocument/2006/relationships/image" Target="../media/image12.svg"/><Relationship Id="rId12" Type="http://schemas.openxmlformats.org/officeDocument/2006/relationships/image" Target="../media/image8.png"/><Relationship Id="rId11" Type="http://schemas.openxmlformats.org/officeDocument/2006/relationships/tags" Target="../tags/tag1812.xml"/><Relationship Id="rId10" Type="http://schemas.openxmlformats.org/officeDocument/2006/relationships/tags" Target="../tags/tag1811.xml"/><Relationship Id="rId1" Type="http://schemas.openxmlformats.org/officeDocument/2006/relationships/slideMaster" Target="../slideMasters/slideMaster14.xml"/></Relationships>
</file>

<file path=ppt/slideLayouts/_rels/slideLayout242.xml.rels><?xml version="1.0" encoding="UTF-8" standalone="yes"?>
<Relationships xmlns="http://schemas.openxmlformats.org/package/2006/relationships"><Relationship Id="rId9" Type="http://schemas.openxmlformats.org/officeDocument/2006/relationships/tags" Target="../tags/tag181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1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14.xml"/><Relationship Id="rId2" Type="http://schemas.openxmlformats.org/officeDocument/2006/relationships/tags" Target="../tags/tag1813.xml"/><Relationship Id="rId16" Type="http://schemas.openxmlformats.org/officeDocument/2006/relationships/image" Target="../media/image12.svg"/><Relationship Id="rId15" Type="http://schemas.openxmlformats.org/officeDocument/2006/relationships/image" Target="../media/image8.png"/><Relationship Id="rId14" Type="http://schemas.openxmlformats.org/officeDocument/2006/relationships/tags" Target="../tags/tag1821.xml"/><Relationship Id="rId13" Type="http://schemas.openxmlformats.org/officeDocument/2006/relationships/tags" Target="../tags/tag1820.xml"/><Relationship Id="rId12" Type="http://schemas.openxmlformats.org/officeDocument/2006/relationships/tags" Target="../tags/tag1819.xml"/><Relationship Id="rId11" Type="http://schemas.openxmlformats.org/officeDocument/2006/relationships/tags" Target="../tags/tag1818.xml"/><Relationship Id="rId10" Type="http://schemas.openxmlformats.org/officeDocument/2006/relationships/tags" Target="../tags/tag1817.xml"/><Relationship Id="rId1" Type="http://schemas.openxmlformats.org/officeDocument/2006/relationships/slideMaster" Target="../slideMasters/slideMaster14.xml"/></Relationships>
</file>

<file path=ppt/slideLayouts/_rels/slideLayout243.xml.rels><?xml version="1.0" encoding="UTF-8" standalone="yes"?>
<Relationships xmlns="http://schemas.openxmlformats.org/package/2006/relationships"><Relationship Id="rId9" Type="http://schemas.openxmlformats.org/officeDocument/2006/relationships/tags" Target="../tags/tag182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2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23.xml"/><Relationship Id="rId2" Type="http://schemas.openxmlformats.org/officeDocument/2006/relationships/tags" Target="../tags/tag1822.xml"/><Relationship Id="rId14" Type="http://schemas.openxmlformats.org/officeDocument/2006/relationships/tags" Target="../tags/tag1830.xml"/><Relationship Id="rId13" Type="http://schemas.openxmlformats.org/officeDocument/2006/relationships/tags" Target="../tags/tag1829.xml"/><Relationship Id="rId12" Type="http://schemas.openxmlformats.org/officeDocument/2006/relationships/tags" Target="../tags/tag1828.xml"/><Relationship Id="rId11" Type="http://schemas.openxmlformats.org/officeDocument/2006/relationships/tags" Target="../tags/tag1827.xml"/><Relationship Id="rId10" Type="http://schemas.openxmlformats.org/officeDocument/2006/relationships/tags" Target="../tags/tag1826.xml"/><Relationship Id="rId1" Type="http://schemas.openxmlformats.org/officeDocument/2006/relationships/slideMaster" Target="../slideMasters/slideMaster14.xml"/></Relationships>
</file>

<file path=ppt/slideLayouts/_rels/slideLayout244.xml.rels><?xml version="1.0" encoding="UTF-8" standalone="yes"?>
<Relationships xmlns="http://schemas.openxmlformats.org/package/2006/relationships"><Relationship Id="rId9" Type="http://schemas.openxmlformats.org/officeDocument/2006/relationships/tags" Target="../tags/tag183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3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32.xml"/><Relationship Id="rId2" Type="http://schemas.openxmlformats.org/officeDocument/2006/relationships/tags" Target="../tags/tag1831.xml"/><Relationship Id="rId18" Type="http://schemas.openxmlformats.org/officeDocument/2006/relationships/image" Target="../media/image12.svg"/><Relationship Id="rId17" Type="http://schemas.openxmlformats.org/officeDocument/2006/relationships/image" Target="../media/image8.png"/><Relationship Id="rId16" Type="http://schemas.openxmlformats.org/officeDocument/2006/relationships/tags" Target="../tags/tag1841.xml"/><Relationship Id="rId15" Type="http://schemas.openxmlformats.org/officeDocument/2006/relationships/tags" Target="../tags/tag1840.xml"/><Relationship Id="rId14" Type="http://schemas.openxmlformats.org/officeDocument/2006/relationships/tags" Target="../tags/tag1839.xml"/><Relationship Id="rId13" Type="http://schemas.openxmlformats.org/officeDocument/2006/relationships/tags" Target="../tags/tag1838.xml"/><Relationship Id="rId12" Type="http://schemas.openxmlformats.org/officeDocument/2006/relationships/tags" Target="../tags/tag1837.xml"/><Relationship Id="rId11" Type="http://schemas.openxmlformats.org/officeDocument/2006/relationships/tags" Target="../tags/tag1836.xml"/><Relationship Id="rId10" Type="http://schemas.openxmlformats.org/officeDocument/2006/relationships/tags" Target="../tags/tag1835.xml"/><Relationship Id="rId1" Type="http://schemas.openxmlformats.org/officeDocument/2006/relationships/slideMaster" Target="../slideMasters/slideMaster14.xml"/></Relationships>
</file>

<file path=ppt/slideLayouts/_rels/slideLayout245.xml.rels><?xml version="1.0" encoding="UTF-8" standalone="yes"?>
<Relationships xmlns="http://schemas.openxmlformats.org/package/2006/relationships"><Relationship Id="rId9" Type="http://schemas.openxmlformats.org/officeDocument/2006/relationships/tags" Target="../tags/tag184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4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43.xml"/><Relationship Id="rId2" Type="http://schemas.openxmlformats.org/officeDocument/2006/relationships/tags" Target="../tags/tag1842.xml"/><Relationship Id="rId13" Type="http://schemas.openxmlformats.org/officeDocument/2006/relationships/tags" Target="../tags/tag1849.xml"/><Relationship Id="rId12" Type="http://schemas.openxmlformats.org/officeDocument/2006/relationships/tags" Target="../tags/tag1848.xml"/><Relationship Id="rId11" Type="http://schemas.openxmlformats.org/officeDocument/2006/relationships/tags" Target="../tags/tag1847.xml"/><Relationship Id="rId10" Type="http://schemas.openxmlformats.org/officeDocument/2006/relationships/tags" Target="../tags/tag1846.xml"/><Relationship Id="rId1" Type="http://schemas.openxmlformats.org/officeDocument/2006/relationships/slideMaster" Target="../slideMasters/slideMaster14.xml"/></Relationships>
</file>

<file path=ppt/slideLayouts/_rels/slideLayout246.xml.rels><?xml version="1.0" encoding="UTF-8" standalone="yes"?>
<Relationships xmlns="http://schemas.openxmlformats.org/package/2006/relationships"><Relationship Id="rId9" Type="http://schemas.openxmlformats.org/officeDocument/2006/relationships/tags" Target="../tags/tag1861.xml"/><Relationship Id="rId8" Type="http://schemas.openxmlformats.org/officeDocument/2006/relationships/tags" Target="../tags/tag1860.xml"/><Relationship Id="rId7" Type="http://schemas.openxmlformats.org/officeDocument/2006/relationships/tags" Target="../tags/tag1859.xml"/><Relationship Id="rId6" Type="http://schemas.openxmlformats.org/officeDocument/2006/relationships/tags" Target="../tags/tag1858.xml"/><Relationship Id="rId5" Type="http://schemas.openxmlformats.org/officeDocument/2006/relationships/tags" Target="../tags/tag185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856.xml"/><Relationship Id="rId1" Type="http://schemas.openxmlformats.org/officeDocument/2006/relationships/slideMaster" Target="../slideMasters/slideMaster15.xml"/></Relationships>
</file>

<file path=ppt/slideLayouts/_rels/slideLayout247.xml.rels><?xml version="1.0" encoding="UTF-8" standalone="yes"?>
<Relationships xmlns="http://schemas.openxmlformats.org/package/2006/relationships"><Relationship Id="rId9" Type="http://schemas.openxmlformats.org/officeDocument/2006/relationships/tags" Target="../tags/tag1867.xml"/><Relationship Id="rId8" Type="http://schemas.openxmlformats.org/officeDocument/2006/relationships/tags" Target="../tags/tag1866.xml"/><Relationship Id="rId7" Type="http://schemas.openxmlformats.org/officeDocument/2006/relationships/tags" Target="../tags/tag1865.xml"/><Relationship Id="rId6" Type="http://schemas.openxmlformats.org/officeDocument/2006/relationships/tags" Target="../tags/tag1864.xml"/><Relationship Id="rId5" Type="http://schemas.openxmlformats.org/officeDocument/2006/relationships/tags" Target="../tags/tag186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862.xml"/><Relationship Id="rId1" Type="http://schemas.openxmlformats.org/officeDocument/2006/relationships/slideMaster" Target="../slideMasters/slideMaster15.xml"/></Relationships>
</file>

<file path=ppt/slideLayouts/_rels/slideLayout248.xml.rels><?xml version="1.0" encoding="UTF-8" standalone="yes"?>
<Relationships xmlns="http://schemas.openxmlformats.org/package/2006/relationships"><Relationship Id="rId9" Type="http://schemas.openxmlformats.org/officeDocument/2006/relationships/tags" Target="../tags/tag1873.xml"/><Relationship Id="rId8" Type="http://schemas.openxmlformats.org/officeDocument/2006/relationships/tags" Target="../tags/tag1872.xml"/><Relationship Id="rId7" Type="http://schemas.openxmlformats.org/officeDocument/2006/relationships/tags" Target="../tags/tag1871.xml"/><Relationship Id="rId6" Type="http://schemas.openxmlformats.org/officeDocument/2006/relationships/tags" Target="../tags/tag1870.xml"/><Relationship Id="rId5" Type="http://schemas.openxmlformats.org/officeDocument/2006/relationships/tags" Target="../tags/tag1869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868.xml"/><Relationship Id="rId1" Type="http://schemas.openxmlformats.org/officeDocument/2006/relationships/slideMaster" Target="../slideMasters/slideMaster15.xml"/></Relationships>
</file>

<file path=ppt/slideLayouts/_rels/slideLayout249.xml.rels><?xml version="1.0" encoding="UTF-8" standalone="yes"?>
<Relationships xmlns="http://schemas.openxmlformats.org/package/2006/relationships"><Relationship Id="rId9" Type="http://schemas.openxmlformats.org/officeDocument/2006/relationships/tags" Target="../tags/tag1879.xml"/><Relationship Id="rId8" Type="http://schemas.openxmlformats.org/officeDocument/2006/relationships/tags" Target="../tags/tag1878.xml"/><Relationship Id="rId7" Type="http://schemas.openxmlformats.org/officeDocument/2006/relationships/tags" Target="../tags/tag1877.xml"/><Relationship Id="rId6" Type="http://schemas.openxmlformats.org/officeDocument/2006/relationships/tags" Target="../tags/tag1876.xml"/><Relationship Id="rId5" Type="http://schemas.openxmlformats.org/officeDocument/2006/relationships/tags" Target="../tags/tag187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874.xml"/><Relationship Id="rId10" Type="http://schemas.openxmlformats.org/officeDocument/2006/relationships/tags" Target="../tags/tag1880.xml"/><Relationship Id="rId1" Type="http://schemas.openxmlformats.org/officeDocument/2006/relationships/slideMaster" Target="../slideMasters/slideMaster15.xml"/></Relationships>
</file>

<file path=ppt/slideLayouts/_rels/slideLayout250.xml.rels><?xml version="1.0" encoding="UTF-8" standalone="yes"?>
<Relationships xmlns="http://schemas.openxmlformats.org/package/2006/relationships"><Relationship Id="rId9" Type="http://schemas.openxmlformats.org/officeDocument/2006/relationships/tags" Target="../tags/tag1886.xml"/><Relationship Id="rId8" Type="http://schemas.openxmlformats.org/officeDocument/2006/relationships/tags" Target="../tags/tag1885.xml"/><Relationship Id="rId7" Type="http://schemas.openxmlformats.org/officeDocument/2006/relationships/tags" Target="../tags/tag1884.xml"/><Relationship Id="rId6" Type="http://schemas.openxmlformats.org/officeDocument/2006/relationships/tags" Target="../tags/tag1883.xml"/><Relationship Id="rId5" Type="http://schemas.openxmlformats.org/officeDocument/2006/relationships/tags" Target="../tags/tag188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881.xml"/><Relationship Id="rId12" Type="http://schemas.openxmlformats.org/officeDocument/2006/relationships/tags" Target="../tags/tag1889.xml"/><Relationship Id="rId11" Type="http://schemas.openxmlformats.org/officeDocument/2006/relationships/tags" Target="../tags/tag1888.xml"/><Relationship Id="rId10" Type="http://schemas.openxmlformats.org/officeDocument/2006/relationships/tags" Target="../tags/tag1887.xml"/><Relationship Id="rId1" Type="http://schemas.openxmlformats.org/officeDocument/2006/relationships/slideMaster" Target="../slideMasters/slideMaster15.xml"/></Relationships>
</file>

<file path=ppt/slideLayouts/_rels/slideLayout251.xml.rels><?xml version="1.0" encoding="UTF-8" standalone="yes"?>
<Relationships xmlns="http://schemas.openxmlformats.org/package/2006/relationships"><Relationship Id="rId9" Type="http://schemas.openxmlformats.org/officeDocument/2006/relationships/tags" Target="../tags/tag1895.xml"/><Relationship Id="rId8" Type="http://schemas.openxmlformats.org/officeDocument/2006/relationships/tags" Target="../tags/tag1894.xml"/><Relationship Id="rId7" Type="http://schemas.openxmlformats.org/officeDocument/2006/relationships/tags" Target="../tags/tag1893.xml"/><Relationship Id="rId6" Type="http://schemas.openxmlformats.org/officeDocument/2006/relationships/tags" Target="../tags/tag1892.xml"/><Relationship Id="rId5" Type="http://schemas.openxmlformats.org/officeDocument/2006/relationships/tags" Target="../tags/tag1891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890.xml"/><Relationship Id="rId1" Type="http://schemas.openxmlformats.org/officeDocument/2006/relationships/slideMaster" Target="../slideMasters/slideMaster15.xml"/></Relationships>
</file>

<file path=ppt/slideLayouts/_rels/slideLayout252.xml.rels><?xml version="1.0" encoding="UTF-8" standalone="yes"?>
<Relationships xmlns="http://schemas.openxmlformats.org/package/2006/relationships"><Relationship Id="rId4" Type="http://schemas.openxmlformats.org/officeDocument/2006/relationships/tags" Target="../tags/tag1898.xml"/><Relationship Id="rId3" Type="http://schemas.openxmlformats.org/officeDocument/2006/relationships/tags" Target="../tags/tag1897.xml"/><Relationship Id="rId2" Type="http://schemas.openxmlformats.org/officeDocument/2006/relationships/tags" Target="../tags/tag1896.xml"/><Relationship Id="rId1" Type="http://schemas.openxmlformats.org/officeDocument/2006/relationships/slideMaster" Target="../slideMasters/slideMaster15.xml"/></Relationships>
</file>

<file path=ppt/slideLayouts/_rels/slideLayout253.xml.rels><?xml version="1.0" encoding="UTF-8" standalone="yes"?>
<Relationships xmlns="http://schemas.openxmlformats.org/package/2006/relationships"><Relationship Id="rId9" Type="http://schemas.openxmlformats.org/officeDocument/2006/relationships/tags" Target="../tags/tag1902.xml"/><Relationship Id="rId8" Type="http://schemas.openxmlformats.org/officeDocument/2006/relationships/tags" Target="../tags/tag190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90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899.xml"/><Relationship Id="rId13" Type="http://schemas.openxmlformats.org/officeDocument/2006/relationships/tags" Target="../tags/tag1906.xml"/><Relationship Id="rId12" Type="http://schemas.openxmlformats.org/officeDocument/2006/relationships/tags" Target="../tags/tag1905.xml"/><Relationship Id="rId11" Type="http://schemas.openxmlformats.org/officeDocument/2006/relationships/tags" Target="../tags/tag1904.xml"/><Relationship Id="rId10" Type="http://schemas.openxmlformats.org/officeDocument/2006/relationships/tags" Target="../tags/tag1903.xml"/><Relationship Id="rId1" Type="http://schemas.openxmlformats.org/officeDocument/2006/relationships/slideMaster" Target="../slideMasters/slideMaster15.xml"/></Relationships>
</file>

<file path=ppt/slideLayouts/_rels/slideLayout254.xml.rels><?xml version="1.0" encoding="UTF-8" standalone="yes"?>
<Relationships xmlns="http://schemas.openxmlformats.org/package/2006/relationships"><Relationship Id="rId9" Type="http://schemas.openxmlformats.org/officeDocument/2006/relationships/tags" Target="../tags/tag1910.xml"/><Relationship Id="rId8" Type="http://schemas.openxmlformats.org/officeDocument/2006/relationships/tags" Target="../tags/tag190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90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907.xml"/><Relationship Id="rId12" Type="http://schemas.openxmlformats.org/officeDocument/2006/relationships/tags" Target="../tags/tag1913.xml"/><Relationship Id="rId11" Type="http://schemas.openxmlformats.org/officeDocument/2006/relationships/tags" Target="../tags/tag1912.xml"/><Relationship Id="rId10" Type="http://schemas.openxmlformats.org/officeDocument/2006/relationships/tags" Target="../tags/tag1911.xml"/><Relationship Id="rId1" Type="http://schemas.openxmlformats.org/officeDocument/2006/relationships/slideMaster" Target="../slideMasters/slideMaster15.xml"/></Relationships>
</file>

<file path=ppt/slideLayouts/_rels/slideLayout255.xml.rels><?xml version="1.0" encoding="UTF-8" standalone="yes"?>
<Relationships xmlns="http://schemas.openxmlformats.org/package/2006/relationships"><Relationship Id="rId9" Type="http://schemas.openxmlformats.org/officeDocument/2006/relationships/tags" Target="../tags/tag1917.xml"/><Relationship Id="rId8" Type="http://schemas.openxmlformats.org/officeDocument/2006/relationships/tags" Target="../tags/tag191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91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914.xml"/><Relationship Id="rId11" Type="http://schemas.openxmlformats.org/officeDocument/2006/relationships/tags" Target="../tags/tag1919.xml"/><Relationship Id="rId10" Type="http://schemas.openxmlformats.org/officeDocument/2006/relationships/tags" Target="../tags/tag1918.xml"/><Relationship Id="rId1" Type="http://schemas.openxmlformats.org/officeDocument/2006/relationships/slideMaster" Target="../slideMasters/slideMaster15.xml"/></Relationships>
</file>

<file path=ppt/slideLayouts/_rels/slideLayout256.xml.rels><?xml version="1.0" encoding="UTF-8" standalone="yes"?>
<Relationships xmlns="http://schemas.openxmlformats.org/package/2006/relationships"><Relationship Id="rId9" Type="http://schemas.openxmlformats.org/officeDocument/2006/relationships/tags" Target="../tags/tag1925.xml"/><Relationship Id="rId8" Type="http://schemas.openxmlformats.org/officeDocument/2006/relationships/tags" Target="../tags/tag1924.xml"/><Relationship Id="rId7" Type="http://schemas.openxmlformats.org/officeDocument/2006/relationships/tags" Target="../tags/tag1923.xml"/><Relationship Id="rId6" Type="http://schemas.openxmlformats.org/officeDocument/2006/relationships/tags" Target="../tags/tag1922.xml"/><Relationship Id="rId5" Type="http://schemas.openxmlformats.org/officeDocument/2006/relationships/tags" Target="../tags/tag192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920.xml"/><Relationship Id="rId14" Type="http://schemas.openxmlformats.org/officeDocument/2006/relationships/image" Target="../media/image13.svg"/><Relationship Id="rId13" Type="http://schemas.openxmlformats.org/officeDocument/2006/relationships/image" Target="../media/image8.png"/><Relationship Id="rId12" Type="http://schemas.openxmlformats.org/officeDocument/2006/relationships/tags" Target="../tags/tag1928.xml"/><Relationship Id="rId11" Type="http://schemas.openxmlformats.org/officeDocument/2006/relationships/tags" Target="../tags/tag1927.xml"/><Relationship Id="rId10" Type="http://schemas.openxmlformats.org/officeDocument/2006/relationships/tags" Target="../tags/tag1926.xml"/><Relationship Id="rId1" Type="http://schemas.openxmlformats.org/officeDocument/2006/relationships/slideMaster" Target="../slideMasters/slideMaster15.xml"/></Relationships>
</file>

<file path=ppt/slideLayouts/_rels/slideLayout257.xml.rels><?xml version="1.0" encoding="UTF-8" standalone="yes"?>
<Relationships xmlns="http://schemas.openxmlformats.org/package/2006/relationships"><Relationship Id="rId9" Type="http://schemas.openxmlformats.org/officeDocument/2006/relationships/tags" Target="../tags/tag1932.xml"/><Relationship Id="rId8" Type="http://schemas.openxmlformats.org/officeDocument/2006/relationships/tags" Target="../tags/tag193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93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929.xml"/><Relationship Id="rId11" Type="http://schemas.openxmlformats.org/officeDocument/2006/relationships/tags" Target="../tags/tag1934.xml"/><Relationship Id="rId10" Type="http://schemas.openxmlformats.org/officeDocument/2006/relationships/tags" Target="../tags/tag1933.xml"/><Relationship Id="rId1" Type="http://schemas.openxmlformats.org/officeDocument/2006/relationships/slideMaster" Target="../slideMasters/slideMaster15.xml"/></Relationships>
</file>

<file path=ppt/slideLayouts/_rels/slideLayout258.xml.rels><?xml version="1.0" encoding="UTF-8" standalone="yes"?>
<Relationships xmlns="http://schemas.openxmlformats.org/package/2006/relationships"><Relationship Id="rId9" Type="http://schemas.openxmlformats.org/officeDocument/2006/relationships/tags" Target="../tags/tag193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3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36.xml"/><Relationship Id="rId2" Type="http://schemas.openxmlformats.org/officeDocument/2006/relationships/tags" Target="../tags/tag1935.xml"/><Relationship Id="rId13" Type="http://schemas.openxmlformats.org/officeDocument/2006/relationships/tags" Target="../tags/tag1942.xml"/><Relationship Id="rId12" Type="http://schemas.openxmlformats.org/officeDocument/2006/relationships/tags" Target="../tags/tag1941.xml"/><Relationship Id="rId11" Type="http://schemas.openxmlformats.org/officeDocument/2006/relationships/tags" Target="../tags/tag1940.xml"/><Relationship Id="rId10" Type="http://schemas.openxmlformats.org/officeDocument/2006/relationships/tags" Target="../tags/tag1939.xml"/><Relationship Id="rId1" Type="http://schemas.openxmlformats.org/officeDocument/2006/relationships/slideMaster" Target="../slideMasters/slideMaster15.xml"/></Relationships>
</file>

<file path=ppt/slideLayouts/_rels/slideLayout259.xml.rels><?xml version="1.0" encoding="UTF-8" standalone="yes"?>
<Relationships xmlns="http://schemas.openxmlformats.org/package/2006/relationships"><Relationship Id="rId9" Type="http://schemas.openxmlformats.org/officeDocument/2006/relationships/tags" Target="../tags/tag1948.xml"/><Relationship Id="rId8" Type="http://schemas.openxmlformats.org/officeDocument/2006/relationships/tags" Target="../tags/tag1947.xml"/><Relationship Id="rId7" Type="http://schemas.openxmlformats.org/officeDocument/2006/relationships/tags" Target="../tags/tag1946.xml"/><Relationship Id="rId6" Type="http://schemas.openxmlformats.org/officeDocument/2006/relationships/tags" Target="../tags/tag194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44.xml"/><Relationship Id="rId2" Type="http://schemas.openxmlformats.org/officeDocument/2006/relationships/tags" Target="../tags/tag1943.xml"/><Relationship Id="rId13" Type="http://schemas.openxmlformats.org/officeDocument/2006/relationships/image" Target="../media/image13.svg"/><Relationship Id="rId12" Type="http://schemas.openxmlformats.org/officeDocument/2006/relationships/image" Target="../media/image8.png"/><Relationship Id="rId11" Type="http://schemas.openxmlformats.org/officeDocument/2006/relationships/tags" Target="../tags/tag1950.xml"/><Relationship Id="rId10" Type="http://schemas.openxmlformats.org/officeDocument/2006/relationships/tags" Target="../tags/tag1949.xml"/><Relationship Id="rId1" Type="http://schemas.openxmlformats.org/officeDocument/2006/relationships/slideMaster" Target="../slideMasters/slideMaster15.xml"/></Relationships>
</file>

<file path=ppt/slideLayouts/_rels/slideLayout260.xml.rels><?xml version="1.0" encoding="UTF-8" standalone="yes"?>
<Relationships xmlns="http://schemas.openxmlformats.org/package/2006/relationships"><Relationship Id="rId9" Type="http://schemas.openxmlformats.org/officeDocument/2006/relationships/tags" Target="../tags/tag195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5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52.xml"/><Relationship Id="rId2" Type="http://schemas.openxmlformats.org/officeDocument/2006/relationships/tags" Target="../tags/tag1951.xml"/><Relationship Id="rId16" Type="http://schemas.openxmlformats.org/officeDocument/2006/relationships/image" Target="../media/image13.svg"/><Relationship Id="rId15" Type="http://schemas.openxmlformats.org/officeDocument/2006/relationships/image" Target="../media/image8.png"/><Relationship Id="rId14" Type="http://schemas.openxmlformats.org/officeDocument/2006/relationships/tags" Target="../tags/tag1959.xml"/><Relationship Id="rId13" Type="http://schemas.openxmlformats.org/officeDocument/2006/relationships/tags" Target="../tags/tag1958.xml"/><Relationship Id="rId12" Type="http://schemas.openxmlformats.org/officeDocument/2006/relationships/tags" Target="../tags/tag1957.xml"/><Relationship Id="rId11" Type="http://schemas.openxmlformats.org/officeDocument/2006/relationships/tags" Target="../tags/tag1956.xml"/><Relationship Id="rId10" Type="http://schemas.openxmlformats.org/officeDocument/2006/relationships/tags" Target="../tags/tag1955.xml"/><Relationship Id="rId1" Type="http://schemas.openxmlformats.org/officeDocument/2006/relationships/slideMaster" Target="../slideMasters/slideMaster15.xml"/></Relationships>
</file>

<file path=ppt/slideLayouts/_rels/slideLayout261.xml.rels><?xml version="1.0" encoding="UTF-8" standalone="yes"?>
<Relationships xmlns="http://schemas.openxmlformats.org/package/2006/relationships"><Relationship Id="rId9" Type="http://schemas.openxmlformats.org/officeDocument/2006/relationships/tags" Target="../tags/tag196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6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61.xml"/><Relationship Id="rId2" Type="http://schemas.openxmlformats.org/officeDocument/2006/relationships/tags" Target="../tags/tag1960.xml"/><Relationship Id="rId14" Type="http://schemas.openxmlformats.org/officeDocument/2006/relationships/tags" Target="../tags/tag1968.xml"/><Relationship Id="rId13" Type="http://schemas.openxmlformats.org/officeDocument/2006/relationships/tags" Target="../tags/tag1967.xml"/><Relationship Id="rId12" Type="http://schemas.openxmlformats.org/officeDocument/2006/relationships/tags" Target="../tags/tag1966.xml"/><Relationship Id="rId11" Type="http://schemas.openxmlformats.org/officeDocument/2006/relationships/tags" Target="../tags/tag1965.xml"/><Relationship Id="rId10" Type="http://schemas.openxmlformats.org/officeDocument/2006/relationships/tags" Target="../tags/tag1964.xml"/><Relationship Id="rId1" Type="http://schemas.openxmlformats.org/officeDocument/2006/relationships/slideMaster" Target="../slideMasters/slideMaster15.xml"/></Relationships>
</file>

<file path=ppt/slideLayouts/_rels/slideLayout262.xml.rels><?xml version="1.0" encoding="UTF-8" standalone="yes"?>
<Relationships xmlns="http://schemas.openxmlformats.org/package/2006/relationships"><Relationship Id="rId9" Type="http://schemas.openxmlformats.org/officeDocument/2006/relationships/tags" Target="../tags/tag197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7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70.xml"/><Relationship Id="rId2" Type="http://schemas.openxmlformats.org/officeDocument/2006/relationships/tags" Target="../tags/tag1969.xml"/><Relationship Id="rId18" Type="http://schemas.openxmlformats.org/officeDocument/2006/relationships/image" Target="../media/image13.svg"/><Relationship Id="rId17" Type="http://schemas.openxmlformats.org/officeDocument/2006/relationships/image" Target="../media/image8.png"/><Relationship Id="rId16" Type="http://schemas.openxmlformats.org/officeDocument/2006/relationships/tags" Target="../tags/tag1979.xml"/><Relationship Id="rId15" Type="http://schemas.openxmlformats.org/officeDocument/2006/relationships/tags" Target="../tags/tag1978.xml"/><Relationship Id="rId14" Type="http://schemas.openxmlformats.org/officeDocument/2006/relationships/tags" Target="../tags/tag1977.xml"/><Relationship Id="rId13" Type="http://schemas.openxmlformats.org/officeDocument/2006/relationships/tags" Target="../tags/tag1976.xml"/><Relationship Id="rId12" Type="http://schemas.openxmlformats.org/officeDocument/2006/relationships/tags" Target="../tags/tag1975.xml"/><Relationship Id="rId11" Type="http://schemas.openxmlformats.org/officeDocument/2006/relationships/tags" Target="../tags/tag1974.xml"/><Relationship Id="rId10" Type="http://schemas.openxmlformats.org/officeDocument/2006/relationships/tags" Target="../tags/tag1973.xml"/><Relationship Id="rId1" Type="http://schemas.openxmlformats.org/officeDocument/2006/relationships/slideMaster" Target="../slideMasters/slideMaster15.xml"/></Relationships>
</file>

<file path=ppt/slideLayouts/_rels/slideLayout263.xml.rels><?xml version="1.0" encoding="UTF-8" standalone="yes"?>
<Relationships xmlns="http://schemas.openxmlformats.org/package/2006/relationships"><Relationship Id="rId9" Type="http://schemas.openxmlformats.org/officeDocument/2006/relationships/tags" Target="../tags/tag198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8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81.xml"/><Relationship Id="rId2" Type="http://schemas.openxmlformats.org/officeDocument/2006/relationships/tags" Target="../tags/tag1980.xml"/><Relationship Id="rId13" Type="http://schemas.openxmlformats.org/officeDocument/2006/relationships/tags" Target="../tags/tag1987.xml"/><Relationship Id="rId12" Type="http://schemas.openxmlformats.org/officeDocument/2006/relationships/tags" Target="../tags/tag1986.xml"/><Relationship Id="rId11" Type="http://schemas.openxmlformats.org/officeDocument/2006/relationships/tags" Target="../tags/tag1985.xml"/><Relationship Id="rId10" Type="http://schemas.openxmlformats.org/officeDocument/2006/relationships/tags" Target="../tags/tag1984.xml"/><Relationship Id="rId1" Type="http://schemas.openxmlformats.org/officeDocument/2006/relationships/slideMaster" Target="../slideMasters/slideMaster15.xml"/></Relationships>
</file>

<file path=ppt/slideLayouts/_rels/slideLayout264.xml.rels><?xml version="1.0" encoding="UTF-8" standalone="yes"?>
<Relationships xmlns="http://schemas.openxmlformats.org/package/2006/relationships"><Relationship Id="rId9" Type="http://schemas.openxmlformats.org/officeDocument/2006/relationships/tags" Target="../tags/tag1999.xml"/><Relationship Id="rId8" Type="http://schemas.openxmlformats.org/officeDocument/2006/relationships/tags" Target="../tags/tag1998.xml"/><Relationship Id="rId7" Type="http://schemas.openxmlformats.org/officeDocument/2006/relationships/tags" Target="../tags/tag1997.xml"/><Relationship Id="rId6" Type="http://schemas.openxmlformats.org/officeDocument/2006/relationships/tags" Target="../tags/tag1996.xml"/><Relationship Id="rId5" Type="http://schemas.openxmlformats.org/officeDocument/2006/relationships/tags" Target="../tags/tag199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994.xml"/><Relationship Id="rId1" Type="http://schemas.openxmlformats.org/officeDocument/2006/relationships/slideMaster" Target="../slideMasters/slideMaster16.xml"/></Relationships>
</file>

<file path=ppt/slideLayouts/_rels/slideLayout265.xml.rels><?xml version="1.0" encoding="UTF-8" standalone="yes"?>
<Relationships xmlns="http://schemas.openxmlformats.org/package/2006/relationships"><Relationship Id="rId9" Type="http://schemas.openxmlformats.org/officeDocument/2006/relationships/tags" Target="../tags/tag2005.xml"/><Relationship Id="rId8" Type="http://schemas.openxmlformats.org/officeDocument/2006/relationships/tags" Target="../tags/tag2004.xml"/><Relationship Id="rId7" Type="http://schemas.openxmlformats.org/officeDocument/2006/relationships/tags" Target="../tags/tag2003.xml"/><Relationship Id="rId6" Type="http://schemas.openxmlformats.org/officeDocument/2006/relationships/tags" Target="../tags/tag2002.xml"/><Relationship Id="rId5" Type="http://schemas.openxmlformats.org/officeDocument/2006/relationships/tags" Target="../tags/tag200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00.xml"/><Relationship Id="rId1" Type="http://schemas.openxmlformats.org/officeDocument/2006/relationships/slideMaster" Target="../slideMasters/slideMaster16.xml"/></Relationships>
</file>

<file path=ppt/slideLayouts/_rels/slideLayout266.xml.rels><?xml version="1.0" encoding="UTF-8" standalone="yes"?>
<Relationships xmlns="http://schemas.openxmlformats.org/package/2006/relationships"><Relationship Id="rId9" Type="http://schemas.openxmlformats.org/officeDocument/2006/relationships/tags" Target="../tags/tag2011.xml"/><Relationship Id="rId8" Type="http://schemas.openxmlformats.org/officeDocument/2006/relationships/tags" Target="../tags/tag2010.xml"/><Relationship Id="rId7" Type="http://schemas.openxmlformats.org/officeDocument/2006/relationships/tags" Target="../tags/tag2009.xml"/><Relationship Id="rId6" Type="http://schemas.openxmlformats.org/officeDocument/2006/relationships/tags" Target="../tags/tag2008.xml"/><Relationship Id="rId5" Type="http://schemas.openxmlformats.org/officeDocument/2006/relationships/tags" Target="../tags/tag2007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006.xml"/><Relationship Id="rId1" Type="http://schemas.openxmlformats.org/officeDocument/2006/relationships/slideMaster" Target="../slideMasters/slideMaster16.xml"/></Relationships>
</file>

<file path=ppt/slideLayouts/_rels/slideLayout267.xml.rels><?xml version="1.0" encoding="UTF-8" standalone="yes"?>
<Relationships xmlns="http://schemas.openxmlformats.org/package/2006/relationships"><Relationship Id="rId9" Type="http://schemas.openxmlformats.org/officeDocument/2006/relationships/tags" Target="../tags/tag2017.xml"/><Relationship Id="rId8" Type="http://schemas.openxmlformats.org/officeDocument/2006/relationships/tags" Target="../tags/tag2016.xml"/><Relationship Id="rId7" Type="http://schemas.openxmlformats.org/officeDocument/2006/relationships/tags" Target="../tags/tag2015.xml"/><Relationship Id="rId6" Type="http://schemas.openxmlformats.org/officeDocument/2006/relationships/tags" Target="../tags/tag2014.xml"/><Relationship Id="rId5" Type="http://schemas.openxmlformats.org/officeDocument/2006/relationships/tags" Target="../tags/tag201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12.xml"/><Relationship Id="rId10" Type="http://schemas.openxmlformats.org/officeDocument/2006/relationships/tags" Target="../tags/tag2018.xml"/><Relationship Id="rId1" Type="http://schemas.openxmlformats.org/officeDocument/2006/relationships/slideMaster" Target="../slideMasters/slideMaster16.xml"/></Relationships>
</file>

<file path=ppt/slideLayouts/_rels/slideLayout268.xml.rels><?xml version="1.0" encoding="UTF-8" standalone="yes"?>
<Relationships xmlns="http://schemas.openxmlformats.org/package/2006/relationships"><Relationship Id="rId9" Type="http://schemas.openxmlformats.org/officeDocument/2006/relationships/tags" Target="../tags/tag2024.xml"/><Relationship Id="rId8" Type="http://schemas.openxmlformats.org/officeDocument/2006/relationships/tags" Target="../tags/tag2023.xml"/><Relationship Id="rId7" Type="http://schemas.openxmlformats.org/officeDocument/2006/relationships/tags" Target="../tags/tag2022.xml"/><Relationship Id="rId6" Type="http://schemas.openxmlformats.org/officeDocument/2006/relationships/tags" Target="../tags/tag2021.xml"/><Relationship Id="rId5" Type="http://schemas.openxmlformats.org/officeDocument/2006/relationships/tags" Target="../tags/tag202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19.xml"/><Relationship Id="rId12" Type="http://schemas.openxmlformats.org/officeDocument/2006/relationships/tags" Target="../tags/tag2027.xml"/><Relationship Id="rId11" Type="http://schemas.openxmlformats.org/officeDocument/2006/relationships/tags" Target="../tags/tag2026.xml"/><Relationship Id="rId10" Type="http://schemas.openxmlformats.org/officeDocument/2006/relationships/tags" Target="../tags/tag2025.xml"/><Relationship Id="rId1" Type="http://schemas.openxmlformats.org/officeDocument/2006/relationships/slideMaster" Target="../slideMasters/slideMaster16.xml"/></Relationships>
</file>

<file path=ppt/slideLayouts/_rels/slideLayout269.xml.rels><?xml version="1.0" encoding="UTF-8" standalone="yes"?>
<Relationships xmlns="http://schemas.openxmlformats.org/package/2006/relationships"><Relationship Id="rId9" Type="http://schemas.openxmlformats.org/officeDocument/2006/relationships/tags" Target="../tags/tag2033.xml"/><Relationship Id="rId8" Type="http://schemas.openxmlformats.org/officeDocument/2006/relationships/tags" Target="../tags/tag2032.xml"/><Relationship Id="rId7" Type="http://schemas.openxmlformats.org/officeDocument/2006/relationships/tags" Target="../tags/tag2031.xml"/><Relationship Id="rId6" Type="http://schemas.openxmlformats.org/officeDocument/2006/relationships/tags" Target="../tags/tag2030.xml"/><Relationship Id="rId5" Type="http://schemas.openxmlformats.org/officeDocument/2006/relationships/tags" Target="../tags/tag2029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028.xml"/><Relationship Id="rId1" Type="http://schemas.openxmlformats.org/officeDocument/2006/relationships/slideMaster" Target="../slideMasters/slideMaster16.xml"/></Relationships>
</file>

<file path=ppt/slideLayouts/_rels/slideLayout270.xml.rels><?xml version="1.0" encoding="UTF-8" standalone="yes"?>
<Relationships xmlns="http://schemas.openxmlformats.org/package/2006/relationships"><Relationship Id="rId4" Type="http://schemas.openxmlformats.org/officeDocument/2006/relationships/tags" Target="../tags/tag2036.xml"/><Relationship Id="rId3" Type="http://schemas.openxmlformats.org/officeDocument/2006/relationships/tags" Target="../tags/tag2035.xml"/><Relationship Id="rId2" Type="http://schemas.openxmlformats.org/officeDocument/2006/relationships/tags" Target="../tags/tag2034.xml"/><Relationship Id="rId1" Type="http://schemas.openxmlformats.org/officeDocument/2006/relationships/slideMaster" Target="../slideMasters/slideMaster16.xml"/></Relationships>
</file>

<file path=ppt/slideLayouts/_rels/slideLayout271.xml.rels><?xml version="1.0" encoding="UTF-8" standalone="yes"?>
<Relationships xmlns="http://schemas.openxmlformats.org/package/2006/relationships"><Relationship Id="rId9" Type="http://schemas.openxmlformats.org/officeDocument/2006/relationships/tags" Target="../tags/tag2040.xml"/><Relationship Id="rId8" Type="http://schemas.openxmlformats.org/officeDocument/2006/relationships/tags" Target="../tags/tag203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03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37.xml"/><Relationship Id="rId13" Type="http://schemas.openxmlformats.org/officeDocument/2006/relationships/tags" Target="../tags/tag2044.xml"/><Relationship Id="rId12" Type="http://schemas.openxmlformats.org/officeDocument/2006/relationships/tags" Target="../tags/tag2043.xml"/><Relationship Id="rId11" Type="http://schemas.openxmlformats.org/officeDocument/2006/relationships/tags" Target="../tags/tag2042.xml"/><Relationship Id="rId10" Type="http://schemas.openxmlformats.org/officeDocument/2006/relationships/tags" Target="../tags/tag2041.xml"/><Relationship Id="rId1" Type="http://schemas.openxmlformats.org/officeDocument/2006/relationships/slideMaster" Target="../slideMasters/slideMaster16.xml"/></Relationships>
</file>

<file path=ppt/slideLayouts/_rels/slideLayout272.xml.rels><?xml version="1.0" encoding="UTF-8" standalone="yes"?>
<Relationships xmlns="http://schemas.openxmlformats.org/package/2006/relationships"><Relationship Id="rId9" Type="http://schemas.openxmlformats.org/officeDocument/2006/relationships/tags" Target="../tags/tag2048.xml"/><Relationship Id="rId8" Type="http://schemas.openxmlformats.org/officeDocument/2006/relationships/tags" Target="../tags/tag204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04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45.xml"/><Relationship Id="rId12" Type="http://schemas.openxmlformats.org/officeDocument/2006/relationships/tags" Target="../tags/tag2051.xml"/><Relationship Id="rId11" Type="http://schemas.openxmlformats.org/officeDocument/2006/relationships/tags" Target="../tags/tag2050.xml"/><Relationship Id="rId10" Type="http://schemas.openxmlformats.org/officeDocument/2006/relationships/tags" Target="../tags/tag2049.xml"/><Relationship Id="rId1" Type="http://schemas.openxmlformats.org/officeDocument/2006/relationships/slideMaster" Target="../slideMasters/slideMaster16.xml"/></Relationships>
</file>

<file path=ppt/slideLayouts/_rels/slideLayout273.xml.rels><?xml version="1.0" encoding="UTF-8" standalone="yes"?>
<Relationships xmlns="http://schemas.openxmlformats.org/package/2006/relationships"><Relationship Id="rId9" Type="http://schemas.openxmlformats.org/officeDocument/2006/relationships/tags" Target="../tags/tag2055.xml"/><Relationship Id="rId8" Type="http://schemas.openxmlformats.org/officeDocument/2006/relationships/tags" Target="../tags/tag205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05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52.xml"/><Relationship Id="rId11" Type="http://schemas.openxmlformats.org/officeDocument/2006/relationships/tags" Target="../tags/tag2057.xml"/><Relationship Id="rId10" Type="http://schemas.openxmlformats.org/officeDocument/2006/relationships/tags" Target="../tags/tag2056.xml"/><Relationship Id="rId1" Type="http://schemas.openxmlformats.org/officeDocument/2006/relationships/slideMaster" Target="../slideMasters/slideMaster16.xml"/></Relationships>
</file>

<file path=ppt/slideLayouts/_rels/slideLayout274.xml.rels><?xml version="1.0" encoding="UTF-8" standalone="yes"?>
<Relationships xmlns="http://schemas.openxmlformats.org/package/2006/relationships"><Relationship Id="rId9" Type="http://schemas.openxmlformats.org/officeDocument/2006/relationships/tags" Target="../tags/tag2063.xml"/><Relationship Id="rId8" Type="http://schemas.openxmlformats.org/officeDocument/2006/relationships/tags" Target="../tags/tag2062.xml"/><Relationship Id="rId7" Type="http://schemas.openxmlformats.org/officeDocument/2006/relationships/tags" Target="../tags/tag2061.xml"/><Relationship Id="rId6" Type="http://schemas.openxmlformats.org/officeDocument/2006/relationships/tags" Target="../tags/tag2060.xml"/><Relationship Id="rId5" Type="http://schemas.openxmlformats.org/officeDocument/2006/relationships/tags" Target="../tags/tag205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058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2066.xml"/><Relationship Id="rId11" Type="http://schemas.openxmlformats.org/officeDocument/2006/relationships/tags" Target="../tags/tag2065.xml"/><Relationship Id="rId10" Type="http://schemas.openxmlformats.org/officeDocument/2006/relationships/tags" Target="../tags/tag2064.xml"/><Relationship Id="rId1" Type="http://schemas.openxmlformats.org/officeDocument/2006/relationships/slideMaster" Target="../slideMasters/slideMaster16.xml"/></Relationships>
</file>

<file path=ppt/slideLayouts/_rels/slideLayout275.xml.rels><?xml version="1.0" encoding="UTF-8" standalone="yes"?>
<Relationships xmlns="http://schemas.openxmlformats.org/package/2006/relationships"><Relationship Id="rId9" Type="http://schemas.openxmlformats.org/officeDocument/2006/relationships/tags" Target="../tags/tag2070.xml"/><Relationship Id="rId8" Type="http://schemas.openxmlformats.org/officeDocument/2006/relationships/tags" Target="../tags/tag206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06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67.xml"/><Relationship Id="rId11" Type="http://schemas.openxmlformats.org/officeDocument/2006/relationships/tags" Target="../tags/tag2072.xml"/><Relationship Id="rId10" Type="http://schemas.openxmlformats.org/officeDocument/2006/relationships/tags" Target="../tags/tag2071.xml"/><Relationship Id="rId1" Type="http://schemas.openxmlformats.org/officeDocument/2006/relationships/slideMaster" Target="../slideMasters/slideMaster16.xml"/></Relationships>
</file>

<file path=ppt/slideLayouts/_rels/slideLayout276.xml.rels><?xml version="1.0" encoding="UTF-8" standalone="yes"?>
<Relationships xmlns="http://schemas.openxmlformats.org/package/2006/relationships"><Relationship Id="rId9" Type="http://schemas.openxmlformats.org/officeDocument/2006/relationships/tags" Target="../tags/tag207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07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074.xml"/><Relationship Id="rId2" Type="http://schemas.openxmlformats.org/officeDocument/2006/relationships/tags" Target="../tags/tag2073.xml"/><Relationship Id="rId13" Type="http://schemas.openxmlformats.org/officeDocument/2006/relationships/tags" Target="../tags/tag2080.xml"/><Relationship Id="rId12" Type="http://schemas.openxmlformats.org/officeDocument/2006/relationships/tags" Target="../tags/tag2079.xml"/><Relationship Id="rId11" Type="http://schemas.openxmlformats.org/officeDocument/2006/relationships/tags" Target="../tags/tag2078.xml"/><Relationship Id="rId10" Type="http://schemas.openxmlformats.org/officeDocument/2006/relationships/tags" Target="../tags/tag2077.xml"/><Relationship Id="rId1" Type="http://schemas.openxmlformats.org/officeDocument/2006/relationships/slideMaster" Target="../slideMasters/slideMaster16.xml"/></Relationships>
</file>

<file path=ppt/slideLayouts/_rels/slideLayout277.xml.rels><?xml version="1.0" encoding="UTF-8" standalone="yes"?>
<Relationships xmlns="http://schemas.openxmlformats.org/package/2006/relationships"><Relationship Id="rId9" Type="http://schemas.openxmlformats.org/officeDocument/2006/relationships/tags" Target="../tags/tag2086.xml"/><Relationship Id="rId8" Type="http://schemas.openxmlformats.org/officeDocument/2006/relationships/tags" Target="../tags/tag2085.xml"/><Relationship Id="rId7" Type="http://schemas.openxmlformats.org/officeDocument/2006/relationships/tags" Target="../tags/tag2084.xml"/><Relationship Id="rId6" Type="http://schemas.openxmlformats.org/officeDocument/2006/relationships/tags" Target="../tags/tag208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082.xml"/><Relationship Id="rId2" Type="http://schemas.openxmlformats.org/officeDocument/2006/relationships/tags" Target="../tags/tag2081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2088.xml"/><Relationship Id="rId10" Type="http://schemas.openxmlformats.org/officeDocument/2006/relationships/tags" Target="../tags/tag2087.xml"/><Relationship Id="rId1" Type="http://schemas.openxmlformats.org/officeDocument/2006/relationships/slideMaster" Target="../slideMasters/slideMaster16.xml"/></Relationships>
</file>

<file path=ppt/slideLayouts/_rels/slideLayout278.xml.rels><?xml version="1.0" encoding="UTF-8" standalone="yes"?>
<Relationships xmlns="http://schemas.openxmlformats.org/package/2006/relationships"><Relationship Id="rId9" Type="http://schemas.openxmlformats.org/officeDocument/2006/relationships/tags" Target="../tags/tag209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09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090.xml"/><Relationship Id="rId2" Type="http://schemas.openxmlformats.org/officeDocument/2006/relationships/tags" Target="../tags/tag2089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2097.xml"/><Relationship Id="rId13" Type="http://schemas.openxmlformats.org/officeDocument/2006/relationships/tags" Target="../tags/tag2096.xml"/><Relationship Id="rId12" Type="http://schemas.openxmlformats.org/officeDocument/2006/relationships/tags" Target="../tags/tag2095.xml"/><Relationship Id="rId11" Type="http://schemas.openxmlformats.org/officeDocument/2006/relationships/tags" Target="../tags/tag2094.xml"/><Relationship Id="rId10" Type="http://schemas.openxmlformats.org/officeDocument/2006/relationships/tags" Target="../tags/tag2093.xml"/><Relationship Id="rId1" Type="http://schemas.openxmlformats.org/officeDocument/2006/relationships/slideMaster" Target="../slideMasters/slideMaster16.xml"/></Relationships>
</file>

<file path=ppt/slideLayouts/_rels/slideLayout279.xml.rels><?xml version="1.0" encoding="UTF-8" standalone="yes"?>
<Relationships xmlns="http://schemas.openxmlformats.org/package/2006/relationships"><Relationship Id="rId9" Type="http://schemas.openxmlformats.org/officeDocument/2006/relationships/tags" Target="../tags/tag210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10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099.xml"/><Relationship Id="rId2" Type="http://schemas.openxmlformats.org/officeDocument/2006/relationships/tags" Target="../tags/tag2098.xml"/><Relationship Id="rId14" Type="http://schemas.openxmlformats.org/officeDocument/2006/relationships/tags" Target="../tags/tag2106.xml"/><Relationship Id="rId13" Type="http://schemas.openxmlformats.org/officeDocument/2006/relationships/tags" Target="../tags/tag2105.xml"/><Relationship Id="rId12" Type="http://schemas.openxmlformats.org/officeDocument/2006/relationships/tags" Target="../tags/tag2104.xml"/><Relationship Id="rId11" Type="http://schemas.openxmlformats.org/officeDocument/2006/relationships/tags" Target="../tags/tag2103.xml"/><Relationship Id="rId10" Type="http://schemas.openxmlformats.org/officeDocument/2006/relationships/tags" Target="../tags/tag2102.xml"/><Relationship Id="rId1" Type="http://schemas.openxmlformats.org/officeDocument/2006/relationships/slideMaster" Target="../slideMasters/slideMaster16.xml"/></Relationships>
</file>

<file path=ppt/slideLayouts/_rels/slideLayout280.xml.rels><?xml version="1.0" encoding="UTF-8" standalone="yes"?>
<Relationships xmlns="http://schemas.openxmlformats.org/package/2006/relationships"><Relationship Id="rId9" Type="http://schemas.openxmlformats.org/officeDocument/2006/relationships/tags" Target="../tags/tag211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10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108.xml"/><Relationship Id="rId2" Type="http://schemas.openxmlformats.org/officeDocument/2006/relationships/tags" Target="../tags/tag2107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2117.xml"/><Relationship Id="rId15" Type="http://schemas.openxmlformats.org/officeDocument/2006/relationships/tags" Target="../tags/tag2116.xml"/><Relationship Id="rId14" Type="http://schemas.openxmlformats.org/officeDocument/2006/relationships/tags" Target="../tags/tag2115.xml"/><Relationship Id="rId13" Type="http://schemas.openxmlformats.org/officeDocument/2006/relationships/tags" Target="../tags/tag2114.xml"/><Relationship Id="rId12" Type="http://schemas.openxmlformats.org/officeDocument/2006/relationships/tags" Target="../tags/tag2113.xml"/><Relationship Id="rId11" Type="http://schemas.openxmlformats.org/officeDocument/2006/relationships/tags" Target="../tags/tag2112.xml"/><Relationship Id="rId10" Type="http://schemas.openxmlformats.org/officeDocument/2006/relationships/tags" Target="../tags/tag2111.xml"/><Relationship Id="rId1" Type="http://schemas.openxmlformats.org/officeDocument/2006/relationships/slideMaster" Target="../slideMasters/slideMaster16.xml"/></Relationships>
</file>

<file path=ppt/slideLayouts/_rels/slideLayout281.xml.rels><?xml version="1.0" encoding="UTF-8" standalone="yes"?>
<Relationships xmlns="http://schemas.openxmlformats.org/package/2006/relationships"><Relationship Id="rId9" Type="http://schemas.openxmlformats.org/officeDocument/2006/relationships/tags" Target="../tags/tag212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12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119.xml"/><Relationship Id="rId2" Type="http://schemas.openxmlformats.org/officeDocument/2006/relationships/tags" Target="../tags/tag2118.xml"/><Relationship Id="rId13" Type="http://schemas.openxmlformats.org/officeDocument/2006/relationships/tags" Target="../tags/tag2125.xml"/><Relationship Id="rId12" Type="http://schemas.openxmlformats.org/officeDocument/2006/relationships/tags" Target="../tags/tag2124.xml"/><Relationship Id="rId11" Type="http://schemas.openxmlformats.org/officeDocument/2006/relationships/tags" Target="../tags/tag2123.xml"/><Relationship Id="rId10" Type="http://schemas.openxmlformats.org/officeDocument/2006/relationships/tags" Target="../tags/tag2122.xml"/><Relationship Id="rId1" Type="http://schemas.openxmlformats.org/officeDocument/2006/relationships/slideMaster" Target="../slideMasters/slideMaster16.xml"/></Relationships>
</file>

<file path=ppt/slideLayouts/_rels/slideLayout282.xml.rels><?xml version="1.0" encoding="UTF-8" standalone="yes"?>
<Relationships xmlns="http://schemas.openxmlformats.org/package/2006/relationships"><Relationship Id="rId9" Type="http://schemas.openxmlformats.org/officeDocument/2006/relationships/tags" Target="../tags/tag2137.xml"/><Relationship Id="rId8" Type="http://schemas.openxmlformats.org/officeDocument/2006/relationships/tags" Target="../tags/tag2136.xml"/><Relationship Id="rId7" Type="http://schemas.openxmlformats.org/officeDocument/2006/relationships/tags" Target="../tags/tag2135.xml"/><Relationship Id="rId6" Type="http://schemas.openxmlformats.org/officeDocument/2006/relationships/tags" Target="../tags/tag2134.xml"/><Relationship Id="rId5" Type="http://schemas.openxmlformats.org/officeDocument/2006/relationships/tags" Target="../tags/tag213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132.xml"/><Relationship Id="rId1" Type="http://schemas.openxmlformats.org/officeDocument/2006/relationships/slideMaster" Target="../slideMasters/slideMaster17.xml"/></Relationships>
</file>

<file path=ppt/slideLayouts/_rels/slideLayout283.xml.rels><?xml version="1.0" encoding="UTF-8" standalone="yes"?>
<Relationships xmlns="http://schemas.openxmlformats.org/package/2006/relationships"><Relationship Id="rId9" Type="http://schemas.openxmlformats.org/officeDocument/2006/relationships/tags" Target="../tags/tag2143.xml"/><Relationship Id="rId8" Type="http://schemas.openxmlformats.org/officeDocument/2006/relationships/tags" Target="../tags/tag2142.xml"/><Relationship Id="rId7" Type="http://schemas.openxmlformats.org/officeDocument/2006/relationships/tags" Target="../tags/tag2141.xml"/><Relationship Id="rId6" Type="http://schemas.openxmlformats.org/officeDocument/2006/relationships/tags" Target="../tags/tag2140.xml"/><Relationship Id="rId5" Type="http://schemas.openxmlformats.org/officeDocument/2006/relationships/tags" Target="../tags/tag213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38.xml"/><Relationship Id="rId1" Type="http://schemas.openxmlformats.org/officeDocument/2006/relationships/slideMaster" Target="../slideMasters/slideMaster17.xml"/></Relationships>
</file>

<file path=ppt/slideLayouts/_rels/slideLayout284.xml.rels><?xml version="1.0" encoding="UTF-8" standalone="yes"?>
<Relationships xmlns="http://schemas.openxmlformats.org/package/2006/relationships"><Relationship Id="rId9" Type="http://schemas.openxmlformats.org/officeDocument/2006/relationships/tags" Target="../tags/tag2149.xml"/><Relationship Id="rId8" Type="http://schemas.openxmlformats.org/officeDocument/2006/relationships/tags" Target="../tags/tag2148.xml"/><Relationship Id="rId7" Type="http://schemas.openxmlformats.org/officeDocument/2006/relationships/tags" Target="../tags/tag2147.xml"/><Relationship Id="rId6" Type="http://schemas.openxmlformats.org/officeDocument/2006/relationships/tags" Target="../tags/tag2146.xml"/><Relationship Id="rId5" Type="http://schemas.openxmlformats.org/officeDocument/2006/relationships/tags" Target="../tags/tag214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144.xml"/><Relationship Id="rId1" Type="http://schemas.openxmlformats.org/officeDocument/2006/relationships/slideMaster" Target="../slideMasters/slideMaster17.xml"/></Relationships>
</file>

<file path=ppt/slideLayouts/_rels/slideLayout285.xml.rels><?xml version="1.0" encoding="UTF-8" standalone="yes"?>
<Relationships xmlns="http://schemas.openxmlformats.org/package/2006/relationships"><Relationship Id="rId9" Type="http://schemas.openxmlformats.org/officeDocument/2006/relationships/tags" Target="../tags/tag2155.xml"/><Relationship Id="rId8" Type="http://schemas.openxmlformats.org/officeDocument/2006/relationships/tags" Target="../tags/tag2154.xml"/><Relationship Id="rId7" Type="http://schemas.openxmlformats.org/officeDocument/2006/relationships/tags" Target="../tags/tag2153.xml"/><Relationship Id="rId6" Type="http://schemas.openxmlformats.org/officeDocument/2006/relationships/tags" Target="../tags/tag2152.xml"/><Relationship Id="rId5" Type="http://schemas.openxmlformats.org/officeDocument/2006/relationships/tags" Target="../tags/tag215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50.xml"/><Relationship Id="rId10" Type="http://schemas.openxmlformats.org/officeDocument/2006/relationships/tags" Target="../tags/tag2156.xml"/><Relationship Id="rId1" Type="http://schemas.openxmlformats.org/officeDocument/2006/relationships/slideMaster" Target="../slideMasters/slideMaster17.xml"/></Relationships>
</file>

<file path=ppt/slideLayouts/_rels/slideLayout286.xml.rels><?xml version="1.0" encoding="UTF-8" standalone="yes"?>
<Relationships xmlns="http://schemas.openxmlformats.org/package/2006/relationships"><Relationship Id="rId9" Type="http://schemas.openxmlformats.org/officeDocument/2006/relationships/tags" Target="../tags/tag2162.xml"/><Relationship Id="rId8" Type="http://schemas.openxmlformats.org/officeDocument/2006/relationships/tags" Target="../tags/tag2161.xml"/><Relationship Id="rId7" Type="http://schemas.openxmlformats.org/officeDocument/2006/relationships/tags" Target="../tags/tag2160.xml"/><Relationship Id="rId6" Type="http://schemas.openxmlformats.org/officeDocument/2006/relationships/tags" Target="../tags/tag2159.xml"/><Relationship Id="rId5" Type="http://schemas.openxmlformats.org/officeDocument/2006/relationships/tags" Target="../tags/tag215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57.xml"/><Relationship Id="rId12" Type="http://schemas.openxmlformats.org/officeDocument/2006/relationships/tags" Target="../tags/tag2165.xml"/><Relationship Id="rId11" Type="http://schemas.openxmlformats.org/officeDocument/2006/relationships/tags" Target="../tags/tag2164.xml"/><Relationship Id="rId10" Type="http://schemas.openxmlformats.org/officeDocument/2006/relationships/tags" Target="../tags/tag2163.xml"/><Relationship Id="rId1" Type="http://schemas.openxmlformats.org/officeDocument/2006/relationships/slideMaster" Target="../slideMasters/slideMaster17.xml"/></Relationships>
</file>

<file path=ppt/slideLayouts/_rels/slideLayout287.xml.rels><?xml version="1.0" encoding="UTF-8" standalone="yes"?>
<Relationships xmlns="http://schemas.openxmlformats.org/package/2006/relationships"><Relationship Id="rId9" Type="http://schemas.openxmlformats.org/officeDocument/2006/relationships/tags" Target="../tags/tag2171.xml"/><Relationship Id="rId8" Type="http://schemas.openxmlformats.org/officeDocument/2006/relationships/tags" Target="../tags/tag2170.xml"/><Relationship Id="rId7" Type="http://schemas.openxmlformats.org/officeDocument/2006/relationships/tags" Target="../tags/tag2169.xml"/><Relationship Id="rId6" Type="http://schemas.openxmlformats.org/officeDocument/2006/relationships/tags" Target="../tags/tag2168.xml"/><Relationship Id="rId5" Type="http://schemas.openxmlformats.org/officeDocument/2006/relationships/tags" Target="../tags/tag2167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166.xml"/><Relationship Id="rId1" Type="http://schemas.openxmlformats.org/officeDocument/2006/relationships/slideMaster" Target="../slideMasters/slideMaster17.xml"/></Relationships>
</file>

<file path=ppt/slideLayouts/_rels/slideLayout288.xml.rels><?xml version="1.0" encoding="UTF-8" standalone="yes"?>
<Relationships xmlns="http://schemas.openxmlformats.org/package/2006/relationships"><Relationship Id="rId4" Type="http://schemas.openxmlformats.org/officeDocument/2006/relationships/tags" Target="../tags/tag2174.xml"/><Relationship Id="rId3" Type="http://schemas.openxmlformats.org/officeDocument/2006/relationships/tags" Target="../tags/tag2173.xml"/><Relationship Id="rId2" Type="http://schemas.openxmlformats.org/officeDocument/2006/relationships/tags" Target="../tags/tag2172.xml"/><Relationship Id="rId1" Type="http://schemas.openxmlformats.org/officeDocument/2006/relationships/slideMaster" Target="../slideMasters/slideMaster17.xml"/></Relationships>
</file>

<file path=ppt/slideLayouts/_rels/slideLayout289.xml.rels><?xml version="1.0" encoding="UTF-8" standalone="yes"?>
<Relationships xmlns="http://schemas.openxmlformats.org/package/2006/relationships"><Relationship Id="rId9" Type="http://schemas.openxmlformats.org/officeDocument/2006/relationships/tags" Target="../tags/tag2178.xml"/><Relationship Id="rId8" Type="http://schemas.openxmlformats.org/officeDocument/2006/relationships/tags" Target="../tags/tag217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17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75.xml"/><Relationship Id="rId13" Type="http://schemas.openxmlformats.org/officeDocument/2006/relationships/tags" Target="../tags/tag2182.xml"/><Relationship Id="rId12" Type="http://schemas.openxmlformats.org/officeDocument/2006/relationships/tags" Target="../tags/tag2181.xml"/><Relationship Id="rId11" Type="http://schemas.openxmlformats.org/officeDocument/2006/relationships/tags" Target="../tags/tag2180.xml"/><Relationship Id="rId10" Type="http://schemas.openxmlformats.org/officeDocument/2006/relationships/tags" Target="../tags/tag2179.xml"/><Relationship Id="rId1" Type="http://schemas.openxmlformats.org/officeDocument/2006/relationships/slideMaster" Target="../slideMasters/slideMaster17.xml"/></Relationships>
</file>

<file path=ppt/slideLayouts/_rels/slideLayout290.xml.rels><?xml version="1.0" encoding="UTF-8" standalone="yes"?>
<Relationships xmlns="http://schemas.openxmlformats.org/package/2006/relationships"><Relationship Id="rId9" Type="http://schemas.openxmlformats.org/officeDocument/2006/relationships/tags" Target="../tags/tag2186.xml"/><Relationship Id="rId8" Type="http://schemas.openxmlformats.org/officeDocument/2006/relationships/tags" Target="../tags/tag218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18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83.xml"/><Relationship Id="rId12" Type="http://schemas.openxmlformats.org/officeDocument/2006/relationships/tags" Target="../tags/tag2189.xml"/><Relationship Id="rId11" Type="http://schemas.openxmlformats.org/officeDocument/2006/relationships/tags" Target="../tags/tag2188.xml"/><Relationship Id="rId10" Type="http://schemas.openxmlformats.org/officeDocument/2006/relationships/tags" Target="../tags/tag2187.xml"/><Relationship Id="rId1" Type="http://schemas.openxmlformats.org/officeDocument/2006/relationships/slideMaster" Target="../slideMasters/slideMaster17.xml"/></Relationships>
</file>

<file path=ppt/slideLayouts/_rels/slideLayout291.xml.rels><?xml version="1.0" encoding="UTF-8" standalone="yes"?>
<Relationships xmlns="http://schemas.openxmlformats.org/package/2006/relationships"><Relationship Id="rId9" Type="http://schemas.openxmlformats.org/officeDocument/2006/relationships/tags" Target="../tags/tag2193.xml"/><Relationship Id="rId8" Type="http://schemas.openxmlformats.org/officeDocument/2006/relationships/tags" Target="../tags/tag219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19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90.xml"/><Relationship Id="rId11" Type="http://schemas.openxmlformats.org/officeDocument/2006/relationships/tags" Target="../tags/tag2195.xml"/><Relationship Id="rId10" Type="http://schemas.openxmlformats.org/officeDocument/2006/relationships/tags" Target="../tags/tag2194.xml"/><Relationship Id="rId1" Type="http://schemas.openxmlformats.org/officeDocument/2006/relationships/slideMaster" Target="../slideMasters/slideMaster17.xml"/></Relationships>
</file>

<file path=ppt/slideLayouts/_rels/slideLayout292.xml.rels><?xml version="1.0" encoding="UTF-8" standalone="yes"?>
<Relationships xmlns="http://schemas.openxmlformats.org/package/2006/relationships"><Relationship Id="rId9" Type="http://schemas.openxmlformats.org/officeDocument/2006/relationships/tags" Target="../tags/tag2201.xml"/><Relationship Id="rId8" Type="http://schemas.openxmlformats.org/officeDocument/2006/relationships/tags" Target="../tags/tag2200.xml"/><Relationship Id="rId7" Type="http://schemas.openxmlformats.org/officeDocument/2006/relationships/tags" Target="../tags/tag2199.xml"/><Relationship Id="rId6" Type="http://schemas.openxmlformats.org/officeDocument/2006/relationships/tags" Target="../tags/tag2198.xml"/><Relationship Id="rId5" Type="http://schemas.openxmlformats.org/officeDocument/2006/relationships/tags" Target="../tags/tag219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196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2204.xml"/><Relationship Id="rId11" Type="http://schemas.openxmlformats.org/officeDocument/2006/relationships/tags" Target="../tags/tag2203.xml"/><Relationship Id="rId10" Type="http://schemas.openxmlformats.org/officeDocument/2006/relationships/tags" Target="../tags/tag2202.xml"/><Relationship Id="rId1" Type="http://schemas.openxmlformats.org/officeDocument/2006/relationships/slideMaster" Target="../slideMasters/slideMaster17.xml"/></Relationships>
</file>

<file path=ppt/slideLayouts/_rels/slideLayout293.xml.rels><?xml version="1.0" encoding="UTF-8" standalone="yes"?>
<Relationships xmlns="http://schemas.openxmlformats.org/package/2006/relationships"><Relationship Id="rId9" Type="http://schemas.openxmlformats.org/officeDocument/2006/relationships/tags" Target="../tags/tag2208.xml"/><Relationship Id="rId8" Type="http://schemas.openxmlformats.org/officeDocument/2006/relationships/tags" Target="../tags/tag220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20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205.xml"/><Relationship Id="rId11" Type="http://schemas.openxmlformats.org/officeDocument/2006/relationships/tags" Target="../tags/tag2210.xml"/><Relationship Id="rId10" Type="http://schemas.openxmlformats.org/officeDocument/2006/relationships/tags" Target="../tags/tag2209.xml"/><Relationship Id="rId1" Type="http://schemas.openxmlformats.org/officeDocument/2006/relationships/slideMaster" Target="../slideMasters/slideMaster17.xml"/></Relationships>
</file>

<file path=ppt/slideLayouts/_rels/slideLayout294.xml.rels><?xml version="1.0" encoding="UTF-8" standalone="yes"?>
<Relationships xmlns="http://schemas.openxmlformats.org/package/2006/relationships"><Relationship Id="rId9" Type="http://schemas.openxmlformats.org/officeDocument/2006/relationships/tags" Target="../tags/tag221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1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12.xml"/><Relationship Id="rId2" Type="http://schemas.openxmlformats.org/officeDocument/2006/relationships/tags" Target="../tags/tag2211.xml"/><Relationship Id="rId13" Type="http://schemas.openxmlformats.org/officeDocument/2006/relationships/tags" Target="../tags/tag2218.xml"/><Relationship Id="rId12" Type="http://schemas.openxmlformats.org/officeDocument/2006/relationships/tags" Target="../tags/tag2217.xml"/><Relationship Id="rId11" Type="http://schemas.openxmlformats.org/officeDocument/2006/relationships/tags" Target="../tags/tag2216.xml"/><Relationship Id="rId10" Type="http://schemas.openxmlformats.org/officeDocument/2006/relationships/tags" Target="../tags/tag2215.xml"/><Relationship Id="rId1" Type="http://schemas.openxmlformats.org/officeDocument/2006/relationships/slideMaster" Target="../slideMasters/slideMaster17.xml"/></Relationships>
</file>

<file path=ppt/slideLayouts/_rels/slideLayout295.xml.rels><?xml version="1.0" encoding="UTF-8" standalone="yes"?>
<Relationships xmlns="http://schemas.openxmlformats.org/package/2006/relationships"><Relationship Id="rId9" Type="http://schemas.openxmlformats.org/officeDocument/2006/relationships/tags" Target="../tags/tag2224.xml"/><Relationship Id="rId8" Type="http://schemas.openxmlformats.org/officeDocument/2006/relationships/tags" Target="../tags/tag2223.xml"/><Relationship Id="rId7" Type="http://schemas.openxmlformats.org/officeDocument/2006/relationships/tags" Target="../tags/tag2222.xml"/><Relationship Id="rId6" Type="http://schemas.openxmlformats.org/officeDocument/2006/relationships/tags" Target="../tags/tag222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20.xml"/><Relationship Id="rId2" Type="http://schemas.openxmlformats.org/officeDocument/2006/relationships/tags" Target="../tags/tag2219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2226.xml"/><Relationship Id="rId10" Type="http://schemas.openxmlformats.org/officeDocument/2006/relationships/tags" Target="../tags/tag2225.xml"/><Relationship Id="rId1" Type="http://schemas.openxmlformats.org/officeDocument/2006/relationships/slideMaster" Target="../slideMasters/slideMaster17.xml"/></Relationships>
</file>

<file path=ppt/slideLayouts/_rels/slideLayout296.xml.rels><?xml version="1.0" encoding="UTF-8" standalone="yes"?>
<Relationships xmlns="http://schemas.openxmlformats.org/package/2006/relationships"><Relationship Id="rId9" Type="http://schemas.openxmlformats.org/officeDocument/2006/relationships/tags" Target="../tags/tag223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2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28.xml"/><Relationship Id="rId2" Type="http://schemas.openxmlformats.org/officeDocument/2006/relationships/tags" Target="../tags/tag2227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2235.xml"/><Relationship Id="rId13" Type="http://schemas.openxmlformats.org/officeDocument/2006/relationships/tags" Target="../tags/tag2234.xml"/><Relationship Id="rId12" Type="http://schemas.openxmlformats.org/officeDocument/2006/relationships/tags" Target="../tags/tag2233.xml"/><Relationship Id="rId11" Type="http://schemas.openxmlformats.org/officeDocument/2006/relationships/tags" Target="../tags/tag2232.xml"/><Relationship Id="rId10" Type="http://schemas.openxmlformats.org/officeDocument/2006/relationships/tags" Target="../tags/tag2231.xml"/><Relationship Id="rId1" Type="http://schemas.openxmlformats.org/officeDocument/2006/relationships/slideMaster" Target="../slideMasters/slideMaster17.xml"/></Relationships>
</file>

<file path=ppt/slideLayouts/_rels/slideLayout297.xml.rels><?xml version="1.0" encoding="UTF-8" standalone="yes"?>
<Relationships xmlns="http://schemas.openxmlformats.org/package/2006/relationships"><Relationship Id="rId9" Type="http://schemas.openxmlformats.org/officeDocument/2006/relationships/tags" Target="../tags/tag223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3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37.xml"/><Relationship Id="rId2" Type="http://schemas.openxmlformats.org/officeDocument/2006/relationships/tags" Target="../tags/tag2236.xml"/><Relationship Id="rId14" Type="http://schemas.openxmlformats.org/officeDocument/2006/relationships/tags" Target="../tags/tag2244.xml"/><Relationship Id="rId13" Type="http://schemas.openxmlformats.org/officeDocument/2006/relationships/tags" Target="../tags/tag2243.xml"/><Relationship Id="rId12" Type="http://schemas.openxmlformats.org/officeDocument/2006/relationships/tags" Target="../tags/tag2242.xml"/><Relationship Id="rId11" Type="http://schemas.openxmlformats.org/officeDocument/2006/relationships/tags" Target="../tags/tag2241.xml"/><Relationship Id="rId10" Type="http://schemas.openxmlformats.org/officeDocument/2006/relationships/tags" Target="../tags/tag2240.xml"/><Relationship Id="rId1" Type="http://schemas.openxmlformats.org/officeDocument/2006/relationships/slideMaster" Target="../slideMasters/slideMaster17.xml"/></Relationships>
</file>

<file path=ppt/slideLayouts/_rels/slideLayout298.xml.rels><?xml version="1.0" encoding="UTF-8" standalone="yes"?>
<Relationships xmlns="http://schemas.openxmlformats.org/package/2006/relationships"><Relationship Id="rId9" Type="http://schemas.openxmlformats.org/officeDocument/2006/relationships/tags" Target="../tags/tag224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4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46.xml"/><Relationship Id="rId2" Type="http://schemas.openxmlformats.org/officeDocument/2006/relationships/tags" Target="../tags/tag2245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2255.xml"/><Relationship Id="rId15" Type="http://schemas.openxmlformats.org/officeDocument/2006/relationships/tags" Target="../tags/tag2254.xml"/><Relationship Id="rId14" Type="http://schemas.openxmlformats.org/officeDocument/2006/relationships/tags" Target="../tags/tag2253.xml"/><Relationship Id="rId13" Type="http://schemas.openxmlformats.org/officeDocument/2006/relationships/tags" Target="../tags/tag2252.xml"/><Relationship Id="rId12" Type="http://schemas.openxmlformats.org/officeDocument/2006/relationships/tags" Target="../tags/tag2251.xml"/><Relationship Id="rId11" Type="http://schemas.openxmlformats.org/officeDocument/2006/relationships/tags" Target="../tags/tag2250.xml"/><Relationship Id="rId10" Type="http://schemas.openxmlformats.org/officeDocument/2006/relationships/tags" Target="../tags/tag2249.xml"/><Relationship Id="rId1" Type="http://schemas.openxmlformats.org/officeDocument/2006/relationships/slideMaster" Target="../slideMasters/slideMaster17.xml"/></Relationships>
</file>

<file path=ppt/slideLayouts/_rels/slideLayout299.xml.rels><?xml version="1.0" encoding="UTF-8" standalone="yes"?>
<Relationships xmlns="http://schemas.openxmlformats.org/package/2006/relationships"><Relationship Id="rId9" Type="http://schemas.openxmlformats.org/officeDocument/2006/relationships/tags" Target="../tags/tag225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5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57.xml"/><Relationship Id="rId2" Type="http://schemas.openxmlformats.org/officeDocument/2006/relationships/tags" Target="../tags/tag2256.xml"/><Relationship Id="rId13" Type="http://schemas.openxmlformats.org/officeDocument/2006/relationships/tags" Target="../tags/tag2263.xml"/><Relationship Id="rId12" Type="http://schemas.openxmlformats.org/officeDocument/2006/relationships/tags" Target="../tags/tag2262.xml"/><Relationship Id="rId11" Type="http://schemas.openxmlformats.org/officeDocument/2006/relationships/tags" Target="../tags/tag2261.xml"/><Relationship Id="rId10" Type="http://schemas.openxmlformats.org/officeDocument/2006/relationships/tags" Target="../tags/tag2260.xml"/><Relationship Id="rId1" Type="http://schemas.openxmlformats.org/officeDocument/2006/relationships/slideMaster" Target="../slideMasters/slideMaster17.xml"/></Relationships>
</file>

<file path=ppt/slideLayouts/_rels/slideLayout300.xml.rels><?xml version="1.0" encoding="UTF-8" standalone="yes"?>
<Relationships xmlns="http://schemas.openxmlformats.org/package/2006/relationships"><Relationship Id="rId9" Type="http://schemas.openxmlformats.org/officeDocument/2006/relationships/tags" Target="../tags/tag2275.xml"/><Relationship Id="rId8" Type="http://schemas.openxmlformats.org/officeDocument/2006/relationships/tags" Target="../tags/tag2274.xml"/><Relationship Id="rId7" Type="http://schemas.openxmlformats.org/officeDocument/2006/relationships/tags" Target="../tags/tag2273.xml"/><Relationship Id="rId6" Type="http://schemas.openxmlformats.org/officeDocument/2006/relationships/tags" Target="../tags/tag2272.xml"/><Relationship Id="rId5" Type="http://schemas.openxmlformats.org/officeDocument/2006/relationships/tags" Target="../tags/tag227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270.xml"/><Relationship Id="rId1" Type="http://schemas.openxmlformats.org/officeDocument/2006/relationships/slideMaster" Target="../slideMasters/slideMaster18.xml"/></Relationships>
</file>

<file path=ppt/slideLayouts/_rels/slideLayout301.xml.rels><?xml version="1.0" encoding="UTF-8" standalone="yes"?>
<Relationships xmlns="http://schemas.openxmlformats.org/package/2006/relationships"><Relationship Id="rId9" Type="http://schemas.openxmlformats.org/officeDocument/2006/relationships/tags" Target="../tags/tag2281.xml"/><Relationship Id="rId8" Type="http://schemas.openxmlformats.org/officeDocument/2006/relationships/tags" Target="../tags/tag2280.xml"/><Relationship Id="rId7" Type="http://schemas.openxmlformats.org/officeDocument/2006/relationships/tags" Target="../tags/tag2279.xml"/><Relationship Id="rId6" Type="http://schemas.openxmlformats.org/officeDocument/2006/relationships/tags" Target="../tags/tag2278.xml"/><Relationship Id="rId5" Type="http://schemas.openxmlformats.org/officeDocument/2006/relationships/tags" Target="../tags/tag227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276.xml"/><Relationship Id="rId1" Type="http://schemas.openxmlformats.org/officeDocument/2006/relationships/slideMaster" Target="../slideMasters/slideMaster18.xml"/></Relationships>
</file>

<file path=ppt/slideLayouts/_rels/slideLayout302.xml.rels><?xml version="1.0" encoding="UTF-8" standalone="yes"?>
<Relationships xmlns="http://schemas.openxmlformats.org/package/2006/relationships"><Relationship Id="rId9" Type="http://schemas.openxmlformats.org/officeDocument/2006/relationships/tags" Target="../tags/tag2287.xml"/><Relationship Id="rId8" Type="http://schemas.openxmlformats.org/officeDocument/2006/relationships/tags" Target="../tags/tag2286.xml"/><Relationship Id="rId7" Type="http://schemas.openxmlformats.org/officeDocument/2006/relationships/tags" Target="../tags/tag2285.xml"/><Relationship Id="rId6" Type="http://schemas.openxmlformats.org/officeDocument/2006/relationships/tags" Target="../tags/tag2284.xml"/><Relationship Id="rId5" Type="http://schemas.openxmlformats.org/officeDocument/2006/relationships/tags" Target="../tags/tag2283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282.xml"/><Relationship Id="rId1" Type="http://schemas.openxmlformats.org/officeDocument/2006/relationships/slideMaster" Target="../slideMasters/slideMaster18.xml"/></Relationships>
</file>

<file path=ppt/slideLayouts/_rels/slideLayout303.xml.rels><?xml version="1.0" encoding="UTF-8" standalone="yes"?>
<Relationships xmlns="http://schemas.openxmlformats.org/package/2006/relationships"><Relationship Id="rId9" Type="http://schemas.openxmlformats.org/officeDocument/2006/relationships/tags" Target="../tags/tag2293.xml"/><Relationship Id="rId8" Type="http://schemas.openxmlformats.org/officeDocument/2006/relationships/tags" Target="../tags/tag2292.xml"/><Relationship Id="rId7" Type="http://schemas.openxmlformats.org/officeDocument/2006/relationships/tags" Target="../tags/tag2291.xml"/><Relationship Id="rId6" Type="http://schemas.openxmlformats.org/officeDocument/2006/relationships/tags" Target="../tags/tag2290.xml"/><Relationship Id="rId5" Type="http://schemas.openxmlformats.org/officeDocument/2006/relationships/tags" Target="../tags/tag228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288.xml"/><Relationship Id="rId10" Type="http://schemas.openxmlformats.org/officeDocument/2006/relationships/tags" Target="../tags/tag2294.xml"/><Relationship Id="rId1" Type="http://schemas.openxmlformats.org/officeDocument/2006/relationships/slideMaster" Target="../slideMasters/slideMaster18.xml"/></Relationships>
</file>

<file path=ppt/slideLayouts/_rels/slideLayout304.xml.rels><?xml version="1.0" encoding="UTF-8" standalone="yes"?>
<Relationships xmlns="http://schemas.openxmlformats.org/package/2006/relationships"><Relationship Id="rId9" Type="http://schemas.openxmlformats.org/officeDocument/2006/relationships/tags" Target="../tags/tag2300.xml"/><Relationship Id="rId8" Type="http://schemas.openxmlformats.org/officeDocument/2006/relationships/tags" Target="../tags/tag2299.xml"/><Relationship Id="rId7" Type="http://schemas.openxmlformats.org/officeDocument/2006/relationships/tags" Target="../tags/tag2298.xml"/><Relationship Id="rId6" Type="http://schemas.openxmlformats.org/officeDocument/2006/relationships/tags" Target="../tags/tag2297.xml"/><Relationship Id="rId5" Type="http://schemas.openxmlformats.org/officeDocument/2006/relationships/tags" Target="../tags/tag229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295.xml"/><Relationship Id="rId12" Type="http://schemas.openxmlformats.org/officeDocument/2006/relationships/tags" Target="../tags/tag2303.xml"/><Relationship Id="rId11" Type="http://schemas.openxmlformats.org/officeDocument/2006/relationships/tags" Target="../tags/tag2302.xml"/><Relationship Id="rId10" Type="http://schemas.openxmlformats.org/officeDocument/2006/relationships/tags" Target="../tags/tag2301.xml"/><Relationship Id="rId1" Type="http://schemas.openxmlformats.org/officeDocument/2006/relationships/slideMaster" Target="../slideMasters/slideMaster18.xml"/></Relationships>
</file>

<file path=ppt/slideLayouts/_rels/slideLayout305.xml.rels><?xml version="1.0" encoding="UTF-8" standalone="yes"?>
<Relationships xmlns="http://schemas.openxmlformats.org/package/2006/relationships"><Relationship Id="rId9" Type="http://schemas.openxmlformats.org/officeDocument/2006/relationships/tags" Target="../tags/tag2309.xml"/><Relationship Id="rId8" Type="http://schemas.openxmlformats.org/officeDocument/2006/relationships/tags" Target="../tags/tag2308.xml"/><Relationship Id="rId7" Type="http://schemas.openxmlformats.org/officeDocument/2006/relationships/tags" Target="../tags/tag2307.xml"/><Relationship Id="rId6" Type="http://schemas.openxmlformats.org/officeDocument/2006/relationships/tags" Target="../tags/tag2306.xml"/><Relationship Id="rId5" Type="http://schemas.openxmlformats.org/officeDocument/2006/relationships/tags" Target="../tags/tag2305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304.xml"/><Relationship Id="rId1" Type="http://schemas.openxmlformats.org/officeDocument/2006/relationships/slideMaster" Target="../slideMasters/slideMaster18.xml"/></Relationships>
</file>

<file path=ppt/slideLayouts/_rels/slideLayout306.xml.rels><?xml version="1.0" encoding="UTF-8" standalone="yes"?>
<Relationships xmlns="http://schemas.openxmlformats.org/package/2006/relationships"><Relationship Id="rId4" Type="http://schemas.openxmlformats.org/officeDocument/2006/relationships/tags" Target="../tags/tag2312.xml"/><Relationship Id="rId3" Type="http://schemas.openxmlformats.org/officeDocument/2006/relationships/tags" Target="../tags/tag2311.xml"/><Relationship Id="rId2" Type="http://schemas.openxmlformats.org/officeDocument/2006/relationships/tags" Target="../tags/tag2310.xml"/><Relationship Id="rId1" Type="http://schemas.openxmlformats.org/officeDocument/2006/relationships/slideMaster" Target="../slideMasters/slideMaster18.xml"/></Relationships>
</file>

<file path=ppt/slideLayouts/_rels/slideLayout307.xml.rels><?xml version="1.0" encoding="UTF-8" standalone="yes"?>
<Relationships xmlns="http://schemas.openxmlformats.org/package/2006/relationships"><Relationship Id="rId9" Type="http://schemas.openxmlformats.org/officeDocument/2006/relationships/tags" Target="../tags/tag2316.xml"/><Relationship Id="rId8" Type="http://schemas.openxmlformats.org/officeDocument/2006/relationships/tags" Target="../tags/tag231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31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313.xml"/><Relationship Id="rId13" Type="http://schemas.openxmlformats.org/officeDocument/2006/relationships/tags" Target="../tags/tag2320.xml"/><Relationship Id="rId12" Type="http://schemas.openxmlformats.org/officeDocument/2006/relationships/tags" Target="../tags/tag2319.xml"/><Relationship Id="rId11" Type="http://schemas.openxmlformats.org/officeDocument/2006/relationships/tags" Target="../tags/tag2318.xml"/><Relationship Id="rId10" Type="http://schemas.openxmlformats.org/officeDocument/2006/relationships/tags" Target="../tags/tag2317.xml"/><Relationship Id="rId1" Type="http://schemas.openxmlformats.org/officeDocument/2006/relationships/slideMaster" Target="../slideMasters/slideMaster18.xml"/></Relationships>
</file>

<file path=ppt/slideLayouts/_rels/slideLayout308.xml.rels><?xml version="1.0" encoding="UTF-8" standalone="yes"?>
<Relationships xmlns="http://schemas.openxmlformats.org/package/2006/relationships"><Relationship Id="rId9" Type="http://schemas.openxmlformats.org/officeDocument/2006/relationships/tags" Target="../tags/tag2324.xml"/><Relationship Id="rId8" Type="http://schemas.openxmlformats.org/officeDocument/2006/relationships/tags" Target="../tags/tag232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32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321.xml"/><Relationship Id="rId12" Type="http://schemas.openxmlformats.org/officeDocument/2006/relationships/tags" Target="../tags/tag2327.xml"/><Relationship Id="rId11" Type="http://schemas.openxmlformats.org/officeDocument/2006/relationships/tags" Target="../tags/tag2326.xml"/><Relationship Id="rId10" Type="http://schemas.openxmlformats.org/officeDocument/2006/relationships/tags" Target="../tags/tag2325.xml"/><Relationship Id="rId1" Type="http://schemas.openxmlformats.org/officeDocument/2006/relationships/slideMaster" Target="../slideMasters/slideMaster18.xml"/></Relationships>
</file>

<file path=ppt/slideLayouts/_rels/slideLayout309.xml.rels><?xml version="1.0" encoding="UTF-8" standalone="yes"?>
<Relationships xmlns="http://schemas.openxmlformats.org/package/2006/relationships"><Relationship Id="rId9" Type="http://schemas.openxmlformats.org/officeDocument/2006/relationships/tags" Target="../tags/tag2331.xml"/><Relationship Id="rId8" Type="http://schemas.openxmlformats.org/officeDocument/2006/relationships/tags" Target="../tags/tag233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32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328.xml"/><Relationship Id="rId11" Type="http://schemas.openxmlformats.org/officeDocument/2006/relationships/tags" Target="../tags/tag2333.xml"/><Relationship Id="rId10" Type="http://schemas.openxmlformats.org/officeDocument/2006/relationships/tags" Target="../tags/tag2332.xml"/><Relationship Id="rId1" Type="http://schemas.openxmlformats.org/officeDocument/2006/relationships/slideMaster" Target="../slideMasters/slideMaster18.xml"/></Relationships>
</file>

<file path=ppt/slideLayouts/_rels/slideLayout310.xml.rels><?xml version="1.0" encoding="UTF-8" standalone="yes"?>
<Relationships xmlns="http://schemas.openxmlformats.org/package/2006/relationships"><Relationship Id="rId9" Type="http://schemas.openxmlformats.org/officeDocument/2006/relationships/tags" Target="../tags/tag2339.xml"/><Relationship Id="rId8" Type="http://schemas.openxmlformats.org/officeDocument/2006/relationships/tags" Target="../tags/tag2338.xml"/><Relationship Id="rId7" Type="http://schemas.openxmlformats.org/officeDocument/2006/relationships/tags" Target="../tags/tag2337.xml"/><Relationship Id="rId6" Type="http://schemas.openxmlformats.org/officeDocument/2006/relationships/tags" Target="../tags/tag2336.xml"/><Relationship Id="rId5" Type="http://schemas.openxmlformats.org/officeDocument/2006/relationships/tags" Target="../tags/tag233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334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2342.xml"/><Relationship Id="rId11" Type="http://schemas.openxmlformats.org/officeDocument/2006/relationships/tags" Target="../tags/tag2341.xml"/><Relationship Id="rId10" Type="http://schemas.openxmlformats.org/officeDocument/2006/relationships/tags" Target="../tags/tag2340.xml"/><Relationship Id="rId1" Type="http://schemas.openxmlformats.org/officeDocument/2006/relationships/slideMaster" Target="../slideMasters/slideMaster18.xml"/></Relationships>
</file>

<file path=ppt/slideLayouts/_rels/slideLayout311.xml.rels><?xml version="1.0" encoding="UTF-8" standalone="yes"?>
<Relationships xmlns="http://schemas.openxmlformats.org/package/2006/relationships"><Relationship Id="rId9" Type="http://schemas.openxmlformats.org/officeDocument/2006/relationships/tags" Target="../tags/tag2346.xml"/><Relationship Id="rId8" Type="http://schemas.openxmlformats.org/officeDocument/2006/relationships/tags" Target="../tags/tag234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34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343.xml"/><Relationship Id="rId11" Type="http://schemas.openxmlformats.org/officeDocument/2006/relationships/tags" Target="../tags/tag2348.xml"/><Relationship Id="rId10" Type="http://schemas.openxmlformats.org/officeDocument/2006/relationships/tags" Target="../tags/tag2347.xml"/><Relationship Id="rId1" Type="http://schemas.openxmlformats.org/officeDocument/2006/relationships/slideMaster" Target="../slideMasters/slideMaster18.xml"/></Relationships>
</file>

<file path=ppt/slideLayouts/_rels/slideLayout312.xml.rels><?xml version="1.0" encoding="UTF-8" standalone="yes"?>
<Relationships xmlns="http://schemas.openxmlformats.org/package/2006/relationships"><Relationship Id="rId9" Type="http://schemas.openxmlformats.org/officeDocument/2006/relationships/tags" Target="../tags/tag235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35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350.xml"/><Relationship Id="rId2" Type="http://schemas.openxmlformats.org/officeDocument/2006/relationships/tags" Target="../tags/tag2349.xml"/><Relationship Id="rId13" Type="http://schemas.openxmlformats.org/officeDocument/2006/relationships/tags" Target="../tags/tag2356.xml"/><Relationship Id="rId12" Type="http://schemas.openxmlformats.org/officeDocument/2006/relationships/tags" Target="../tags/tag2355.xml"/><Relationship Id="rId11" Type="http://schemas.openxmlformats.org/officeDocument/2006/relationships/tags" Target="../tags/tag2354.xml"/><Relationship Id="rId10" Type="http://schemas.openxmlformats.org/officeDocument/2006/relationships/tags" Target="../tags/tag2353.xml"/><Relationship Id="rId1" Type="http://schemas.openxmlformats.org/officeDocument/2006/relationships/slideMaster" Target="../slideMasters/slideMaster18.xml"/></Relationships>
</file>

<file path=ppt/slideLayouts/_rels/slideLayout313.xml.rels><?xml version="1.0" encoding="UTF-8" standalone="yes"?>
<Relationships xmlns="http://schemas.openxmlformats.org/package/2006/relationships"><Relationship Id="rId9" Type="http://schemas.openxmlformats.org/officeDocument/2006/relationships/tags" Target="../tags/tag2362.xml"/><Relationship Id="rId8" Type="http://schemas.openxmlformats.org/officeDocument/2006/relationships/tags" Target="../tags/tag2361.xml"/><Relationship Id="rId7" Type="http://schemas.openxmlformats.org/officeDocument/2006/relationships/tags" Target="../tags/tag2360.xml"/><Relationship Id="rId6" Type="http://schemas.openxmlformats.org/officeDocument/2006/relationships/tags" Target="../tags/tag235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358.xml"/><Relationship Id="rId2" Type="http://schemas.openxmlformats.org/officeDocument/2006/relationships/tags" Target="../tags/tag2357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2364.xml"/><Relationship Id="rId10" Type="http://schemas.openxmlformats.org/officeDocument/2006/relationships/tags" Target="../tags/tag2363.xml"/><Relationship Id="rId1" Type="http://schemas.openxmlformats.org/officeDocument/2006/relationships/slideMaster" Target="../slideMasters/slideMaster18.xml"/></Relationships>
</file>

<file path=ppt/slideLayouts/_rels/slideLayout314.xml.rels><?xml version="1.0" encoding="UTF-8" standalone="yes"?>
<Relationships xmlns="http://schemas.openxmlformats.org/package/2006/relationships"><Relationship Id="rId9" Type="http://schemas.openxmlformats.org/officeDocument/2006/relationships/tags" Target="../tags/tag236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36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366.xml"/><Relationship Id="rId2" Type="http://schemas.openxmlformats.org/officeDocument/2006/relationships/tags" Target="../tags/tag2365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2373.xml"/><Relationship Id="rId13" Type="http://schemas.openxmlformats.org/officeDocument/2006/relationships/tags" Target="../tags/tag2372.xml"/><Relationship Id="rId12" Type="http://schemas.openxmlformats.org/officeDocument/2006/relationships/tags" Target="../tags/tag2371.xml"/><Relationship Id="rId11" Type="http://schemas.openxmlformats.org/officeDocument/2006/relationships/tags" Target="../tags/tag2370.xml"/><Relationship Id="rId10" Type="http://schemas.openxmlformats.org/officeDocument/2006/relationships/tags" Target="../tags/tag2369.xml"/><Relationship Id="rId1" Type="http://schemas.openxmlformats.org/officeDocument/2006/relationships/slideMaster" Target="../slideMasters/slideMaster18.xml"/></Relationships>
</file>

<file path=ppt/slideLayouts/_rels/slideLayout315.xml.rels><?xml version="1.0" encoding="UTF-8" standalone="yes"?>
<Relationships xmlns="http://schemas.openxmlformats.org/package/2006/relationships"><Relationship Id="rId9" Type="http://schemas.openxmlformats.org/officeDocument/2006/relationships/tags" Target="../tags/tag237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37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375.xml"/><Relationship Id="rId2" Type="http://schemas.openxmlformats.org/officeDocument/2006/relationships/tags" Target="../tags/tag2374.xml"/><Relationship Id="rId14" Type="http://schemas.openxmlformats.org/officeDocument/2006/relationships/tags" Target="../tags/tag2382.xml"/><Relationship Id="rId13" Type="http://schemas.openxmlformats.org/officeDocument/2006/relationships/tags" Target="../tags/tag2381.xml"/><Relationship Id="rId12" Type="http://schemas.openxmlformats.org/officeDocument/2006/relationships/tags" Target="../tags/tag2380.xml"/><Relationship Id="rId11" Type="http://schemas.openxmlformats.org/officeDocument/2006/relationships/tags" Target="../tags/tag2379.xml"/><Relationship Id="rId10" Type="http://schemas.openxmlformats.org/officeDocument/2006/relationships/tags" Target="../tags/tag2378.xml"/><Relationship Id="rId1" Type="http://schemas.openxmlformats.org/officeDocument/2006/relationships/slideMaster" Target="../slideMasters/slideMaster18.xml"/></Relationships>
</file>

<file path=ppt/slideLayouts/_rels/slideLayout316.xml.rels><?xml version="1.0" encoding="UTF-8" standalone="yes"?>
<Relationships xmlns="http://schemas.openxmlformats.org/package/2006/relationships"><Relationship Id="rId9" Type="http://schemas.openxmlformats.org/officeDocument/2006/relationships/tags" Target="../tags/tag238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38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384.xml"/><Relationship Id="rId2" Type="http://schemas.openxmlformats.org/officeDocument/2006/relationships/tags" Target="../tags/tag2383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2393.xml"/><Relationship Id="rId15" Type="http://schemas.openxmlformats.org/officeDocument/2006/relationships/tags" Target="../tags/tag2392.xml"/><Relationship Id="rId14" Type="http://schemas.openxmlformats.org/officeDocument/2006/relationships/tags" Target="../tags/tag2391.xml"/><Relationship Id="rId13" Type="http://schemas.openxmlformats.org/officeDocument/2006/relationships/tags" Target="../tags/tag2390.xml"/><Relationship Id="rId12" Type="http://schemas.openxmlformats.org/officeDocument/2006/relationships/tags" Target="../tags/tag2389.xml"/><Relationship Id="rId11" Type="http://schemas.openxmlformats.org/officeDocument/2006/relationships/tags" Target="../tags/tag2388.xml"/><Relationship Id="rId10" Type="http://schemas.openxmlformats.org/officeDocument/2006/relationships/tags" Target="../tags/tag2387.xml"/><Relationship Id="rId1" Type="http://schemas.openxmlformats.org/officeDocument/2006/relationships/slideMaster" Target="../slideMasters/slideMaster18.xml"/></Relationships>
</file>

<file path=ppt/slideLayouts/_rels/slideLayout317.xml.rels><?xml version="1.0" encoding="UTF-8" standalone="yes"?>
<Relationships xmlns="http://schemas.openxmlformats.org/package/2006/relationships"><Relationship Id="rId9" Type="http://schemas.openxmlformats.org/officeDocument/2006/relationships/tags" Target="../tags/tag239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39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395.xml"/><Relationship Id="rId2" Type="http://schemas.openxmlformats.org/officeDocument/2006/relationships/tags" Target="../tags/tag2394.xml"/><Relationship Id="rId13" Type="http://schemas.openxmlformats.org/officeDocument/2006/relationships/tags" Target="../tags/tag2401.xml"/><Relationship Id="rId12" Type="http://schemas.openxmlformats.org/officeDocument/2006/relationships/tags" Target="../tags/tag2400.xml"/><Relationship Id="rId11" Type="http://schemas.openxmlformats.org/officeDocument/2006/relationships/tags" Target="../tags/tag2399.xml"/><Relationship Id="rId10" Type="http://schemas.openxmlformats.org/officeDocument/2006/relationships/tags" Target="../tags/tag2398.xml"/><Relationship Id="rId1" Type="http://schemas.openxmlformats.org/officeDocument/2006/relationships/slideMaster" Target="../slideMasters/slideMaster18.xml"/></Relationships>
</file>

<file path=ppt/slideLayouts/_rels/slideLayout318.xml.rels><?xml version="1.0" encoding="UTF-8" standalone="yes"?>
<Relationships xmlns="http://schemas.openxmlformats.org/package/2006/relationships"><Relationship Id="rId9" Type="http://schemas.openxmlformats.org/officeDocument/2006/relationships/tags" Target="../tags/tag2413.xml"/><Relationship Id="rId8" Type="http://schemas.openxmlformats.org/officeDocument/2006/relationships/tags" Target="../tags/tag2412.xml"/><Relationship Id="rId7" Type="http://schemas.openxmlformats.org/officeDocument/2006/relationships/tags" Target="../tags/tag2411.xml"/><Relationship Id="rId6" Type="http://schemas.openxmlformats.org/officeDocument/2006/relationships/tags" Target="../tags/tag2410.xml"/><Relationship Id="rId5" Type="http://schemas.openxmlformats.org/officeDocument/2006/relationships/tags" Target="../tags/tag240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408.xml"/><Relationship Id="rId1" Type="http://schemas.openxmlformats.org/officeDocument/2006/relationships/slideMaster" Target="../slideMasters/slideMaster19.xml"/></Relationships>
</file>

<file path=ppt/slideLayouts/_rels/slideLayout319.xml.rels><?xml version="1.0" encoding="UTF-8" standalone="yes"?>
<Relationships xmlns="http://schemas.openxmlformats.org/package/2006/relationships"><Relationship Id="rId9" Type="http://schemas.openxmlformats.org/officeDocument/2006/relationships/tags" Target="../tags/tag2419.xml"/><Relationship Id="rId8" Type="http://schemas.openxmlformats.org/officeDocument/2006/relationships/tags" Target="../tags/tag2418.xml"/><Relationship Id="rId7" Type="http://schemas.openxmlformats.org/officeDocument/2006/relationships/tags" Target="../tags/tag2417.xml"/><Relationship Id="rId6" Type="http://schemas.openxmlformats.org/officeDocument/2006/relationships/tags" Target="../tags/tag2416.xml"/><Relationship Id="rId5" Type="http://schemas.openxmlformats.org/officeDocument/2006/relationships/tags" Target="../tags/tag241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414.xml"/><Relationship Id="rId1" Type="http://schemas.openxmlformats.org/officeDocument/2006/relationships/slideMaster" Target="../slideMasters/slideMaster19.xml"/></Relationships>
</file>

<file path=ppt/slideLayouts/_rels/slideLayout320.xml.rels><?xml version="1.0" encoding="UTF-8" standalone="yes"?>
<Relationships xmlns="http://schemas.openxmlformats.org/package/2006/relationships"><Relationship Id="rId9" Type="http://schemas.openxmlformats.org/officeDocument/2006/relationships/tags" Target="../tags/tag2425.xml"/><Relationship Id="rId8" Type="http://schemas.openxmlformats.org/officeDocument/2006/relationships/tags" Target="../tags/tag2424.xml"/><Relationship Id="rId7" Type="http://schemas.openxmlformats.org/officeDocument/2006/relationships/tags" Target="../tags/tag2423.xml"/><Relationship Id="rId6" Type="http://schemas.openxmlformats.org/officeDocument/2006/relationships/tags" Target="../tags/tag2422.xml"/><Relationship Id="rId5" Type="http://schemas.openxmlformats.org/officeDocument/2006/relationships/tags" Target="../tags/tag2421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420.xml"/><Relationship Id="rId1" Type="http://schemas.openxmlformats.org/officeDocument/2006/relationships/slideMaster" Target="../slideMasters/slideMaster19.xml"/></Relationships>
</file>

<file path=ppt/slideLayouts/_rels/slideLayout321.xml.rels><?xml version="1.0" encoding="UTF-8" standalone="yes"?>
<Relationships xmlns="http://schemas.openxmlformats.org/package/2006/relationships"><Relationship Id="rId9" Type="http://schemas.openxmlformats.org/officeDocument/2006/relationships/tags" Target="../tags/tag2431.xml"/><Relationship Id="rId8" Type="http://schemas.openxmlformats.org/officeDocument/2006/relationships/tags" Target="../tags/tag2430.xml"/><Relationship Id="rId7" Type="http://schemas.openxmlformats.org/officeDocument/2006/relationships/tags" Target="../tags/tag2429.xml"/><Relationship Id="rId6" Type="http://schemas.openxmlformats.org/officeDocument/2006/relationships/tags" Target="../tags/tag2428.xml"/><Relationship Id="rId5" Type="http://schemas.openxmlformats.org/officeDocument/2006/relationships/tags" Target="../tags/tag242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426.xml"/><Relationship Id="rId10" Type="http://schemas.openxmlformats.org/officeDocument/2006/relationships/tags" Target="../tags/tag2432.xml"/><Relationship Id="rId1" Type="http://schemas.openxmlformats.org/officeDocument/2006/relationships/slideMaster" Target="../slideMasters/slideMaster19.xml"/></Relationships>
</file>

<file path=ppt/slideLayouts/_rels/slideLayout322.xml.rels><?xml version="1.0" encoding="UTF-8" standalone="yes"?>
<Relationships xmlns="http://schemas.openxmlformats.org/package/2006/relationships"><Relationship Id="rId9" Type="http://schemas.openxmlformats.org/officeDocument/2006/relationships/tags" Target="../tags/tag2438.xml"/><Relationship Id="rId8" Type="http://schemas.openxmlformats.org/officeDocument/2006/relationships/tags" Target="../tags/tag2437.xml"/><Relationship Id="rId7" Type="http://schemas.openxmlformats.org/officeDocument/2006/relationships/tags" Target="../tags/tag2436.xml"/><Relationship Id="rId6" Type="http://schemas.openxmlformats.org/officeDocument/2006/relationships/tags" Target="../tags/tag2435.xml"/><Relationship Id="rId5" Type="http://schemas.openxmlformats.org/officeDocument/2006/relationships/tags" Target="../tags/tag243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433.xml"/><Relationship Id="rId12" Type="http://schemas.openxmlformats.org/officeDocument/2006/relationships/tags" Target="../tags/tag2441.xml"/><Relationship Id="rId11" Type="http://schemas.openxmlformats.org/officeDocument/2006/relationships/tags" Target="../tags/tag2440.xml"/><Relationship Id="rId10" Type="http://schemas.openxmlformats.org/officeDocument/2006/relationships/tags" Target="../tags/tag2439.xml"/><Relationship Id="rId1" Type="http://schemas.openxmlformats.org/officeDocument/2006/relationships/slideMaster" Target="../slideMasters/slideMaster19.xml"/></Relationships>
</file>

<file path=ppt/slideLayouts/_rels/slideLayout323.xml.rels><?xml version="1.0" encoding="UTF-8" standalone="yes"?>
<Relationships xmlns="http://schemas.openxmlformats.org/package/2006/relationships"><Relationship Id="rId9" Type="http://schemas.openxmlformats.org/officeDocument/2006/relationships/tags" Target="../tags/tag2447.xml"/><Relationship Id="rId8" Type="http://schemas.openxmlformats.org/officeDocument/2006/relationships/tags" Target="../tags/tag2446.xml"/><Relationship Id="rId7" Type="http://schemas.openxmlformats.org/officeDocument/2006/relationships/tags" Target="../tags/tag2445.xml"/><Relationship Id="rId6" Type="http://schemas.openxmlformats.org/officeDocument/2006/relationships/tags" Target="../tags/tag2444.xml"/><Relationship Id="rId5" Type="http://schemas.openxmlformats.org/officeDocument/2006/relationships/tags" Target="../tags/tag2443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442.xml"/><Relationship Id="rId1" Type="http://schemas.openxmlformats.org/officeDocument/2006/relationships/slideMaster" Target="../slideMasters/slideMaster19.xml"/></Relationships>
</file>

<file path=ppt/slideLayouts/_rels/slideLayout324.xml.rels><?xml version="1.0" encoding="UTF-8" standalone="yes"?>
<Relationships xmlns="http://schemas.openxmlformats.org/package/2006/relationships"><Relationship Id="rId4" Type="http://schemas.openxmlformats.org/officeDocument/2006/relationships/tags" Target="../tags/tag2450.xml"/><Relationship Id="rId3" Type="http://schemas.openxmlformats.org/officeDocument/2006/relationships/tags" Target="../tags/tag2449.xml"/><Relationship Id="rId2" Type="http://schemas.openxmlformats.org/officeDocument/2006/relationships/tags" Target="../tags/tag2448.xml"/><Relationship Id="rId1" Type="http://schemas.openxmlformats.org/officeDocument/2006/relationships/slideMaster" Target="../slideMasters/slideMaster19.xml"/></Relationships>
</file>

<file path=ppt/slideLayouts/_rels/slideLayout325.xml.rels><?xml version="1.0" encoding="UTF-8" standalone="yes"?>
<Relationships xmlns="http://schemas.openxmlformats.org/package/2006/relationships"><Relationship Id="rId9" Type="http://schemas.openxmlformats.org/officeDocument/2006/relationships/tags" Target="../tags/tag2454.xml"/><Relationship Id="rId8" Type="http://schemas.openxmlformats.org/officeDocument/2006/relationships/tags" Target="../tags/tag245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45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451.xml"/><Relationship Id="rId13" Type="http://schemas.openxmlformats.org/officeDocument/2006/relationships/tags" Target="../tags/tag2458.xml"/><Relationship Id="rId12" Type="http://schemas.openxmlformats.org/officeDocument/2006/relationships/tags" Target="../tags/tag2457.xml"/><Relationship Id="rId11" Type="http://schemas.openxmlformats.org/officeDocument/2006/relationships/tags" Target="../tags/tag2456.xml"/><Relationship Id="rId10" Type="http://schemas.openxmlformats.org/officeDocument/2006/relationships/tags" Target="../tags/tag2455.xml"/><Relationship Id="rId1" Type="http://schemas.openxmlformats.org/officeDocument/2006/relationships/slideMaster" Target="../slideMasters/slideMaster19.xml"/></Relationships>
</file>

<file path=ppt/slideLayouts/_rels/slideLayout326.xml.rels><?xml version="1.0" encoding="UTF-8" standalone="yes"?>
<Relationships xmlns="http://schemas.openxmlformats.org/package/2006/relationships"><Relationship Id="rId9" Type="http://schemas.openxmlformats.org/officeDocument/2006/relationships/tags" Target="../tags/tag2462.xml"/><Relationship Id="rId8" Type="http://schemas.openxmlformats.org/officeDocument/2006/relationships/tags" Target="../tags/tag246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46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459.xml"/><Relationship Id="rId12" Type="http://schemas.openxmlformats.org/officeDocument/2006/relationships/tags" Target="../tags/tag2465.xml"/><Relationship Id="rId11" Type="http://schemas.openxmlformats.org/officeDocument/2006/relationships/tags" Target="../tags/tag2464.xml"/><Relationship Id="rId10" Type="http://schemas.openxmlformats.org/officeDocument/2006/relationships/tags" Target="../tags/tag2463.xml"/><Relationship Id="rId1" Type="http://schemas.openxmlformats.org/officeDocument/2006/relationships/slideMaster" Target="../slideMasters/slideMaster19.xml"/></Relationships>
</file>

<file path=ppt/slideLayouts/_rels/slideLayout327.xml.rels><?xml version="1.0" encoding="UTF-8" standalone="yes"?>
<Relationships xmlns="http://schemas.openxmlformats.org/package/2006/relationships"><Relationship Id="rId9" Type="http://schemas.openxmlformats.org/officeDocument/2006/relationships/tags" Target="../tags/tag2469.xml"/><Relationship Id="rId8" Type="http://schemas.openxmlformats.org/officeDocument/2006/relationships/tags" Target="../tags/tag246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46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466.xml"/><Relationship Id="rId11" Type="http://schemas.openxmlformats.org/officeDocument/2006/relationships/tags" Target="../tags/tag2471.xml"/><Relationship Id="rId10" Type="http://schemas.openxmlformats.org/officeDocument/2006/relationships/tags" Target="../tags/tag2470.xml"/><Relationship Id="rId1" Type="http://schemas.openxmlformats.org/officeDocument/2006/relationships/slideMaster" Target="../slideMasters/slideMaster19.xml"/></Relationships>
</file>

<file path=ppt/slideLayouts/_rels/slideLayout328.xml.rels><?xml version="1.0" encoding="UTF-8" standalone="yes"?>
<Relationships xmlns="http://schemas.openxmlformats.org/package/2006/relationships"><Relationship Id="rId9" Type="http://schemas.openxmlformats.org/officeDocument/2006/relationships/tags" Target="../tags/tag2477.xml"/><Relationship Id="rId8" Type="http://schemas.openxmlformats.org/officeDocument/2006/relationships/tags" Target="../tags/tag2476.xml"/><Relationship Id="rId7" Type="http://schemas.openxmlformats.org/officeDocument/2006/relationships/tags" Target="../tags/tag2475.xml"/><Relationship Id="rId6" Type="http://schemas.openxmlformats.org/officeDocument/2006/relationships/tags" Target="../tags/tag2474.xml"/><Relationship Id="rId5" Type="http://schemas.openxmlformats.org/officeDocument/2006/relationships/tags" Target="../tags/tag247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472.xml"/><Relationship Id="rId14" Type="http://schemas.openxmlformats.org/officeDocument/2006/relationships/image" Target="../media/image14.svg"/><Relationship Id="rId13" Type="http://schemas.openxmlformats.org/officeDocument/2006/relationships/image" Target="../media/image8.png"/><Relationship Id="rId12" Type="http://schemas.openxmlformats.org/officeDocument/2006/relationships/tags" Target="../tags/tag2480.xml"/><Relationship Id="rId11" Type="http://schemas.openxmlformats.org/officeDocument/2006/relationships/tags" Target="../tags/tag2479.xml"/><Relationship Id="rId10" Type="http://schemas.openxmlformats.org/officeDocument/2006/relationships/tags" Target="../tags/tag2478.xml"/><Relationship Id="rId1" Type="http://schemas.openxmlformats.org/officeDocument/2006/relationships/slideMaster" Target="../slideMasters/slideMaster19.xml"/></Relationships>
</file>

<file path=ppt/slideLayouts/_rels/slideLayout329.xml.rels><?xml version="1.0" encoding="UTF-8" standalone="yes"?>
<Relationships xmlns="http://schemas.openxmlformats.org/package/2006/relationships"><Relationship Id="rId9" Type="http://schemas.openxmlformats.org/officeDocument/2006/relationships/tags" Target="../tags/tag2484.xml"/><Relationship Id="rId8" Type="http://schemas.openxmlformats.org/officeDocument/2006/relationships/tags" Target="../tags/tag248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48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481.xml"/><Relationship Id="rId11" Type="http://schemas.openxmlformats.org/officeDocument/2006/relationships/tags" Target="../tags/tag2486.xml"/><Relationship Id="rId10" Type="http://schemas.openxmlformats.org/officeDocument/2006/relationships/tags" Target="../tags/tag2485.xml"/><Relationship Id="rId1" Type="http://schemas.openxmlformats.org/officeDocument/2006/relationships/slideMaster" Target="../slideMasters/slideMaster19.xml"/></Relationships>
</file>

<file path=ppt/slideLayouts/_rels/slideLayout330.xml.rels><?xml version="1.0" encoding="UTF-8" standalone="yes"?>
<Relationships xmlns="http://schemas.openxmlformats.org/package/2006/relationships"><Relationship Id="rId9" Type="http://schemas.openxmlformats.org/officeDocument/2006/relationships/tags" Target="../tags/tag249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48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488.xml"/><Relationship Id="rId2" Type="http://schemas.openxmlformats.org/officeDocument/2006/relationships/tags" Target="../tags/tag2487.xml"/><Relationship Id="rId13" Type="http://schemas.openxmlformats.org/officeDocument/2006/relationships/tags" Target="../tags/tag2494.xml"/><Relationship Id="rId12" Type="http://schemas.openxmlformats.org/officeDocument/2006/relationships/tags" Target="../tags/tag2493.xml"/><Relationship Id="rId11" Type="http://schemas.openxmlformats.org/officeDocument/2006/relationships/tags" Target="../tags/tag2492.xml"/><Relationship Id="rId10" Type="http://schemas.openxmlformats.org/officeDocument/2006/relationships/tags" Target="../tags/tag2491.xml"/><Relationship Id="rId1" Type="http://schemas.openxmlformats.org/officeDocument/2006/relationships/slideMaster" Target="../slideMasters/slideMaster19.xml"/></Relationships>
</file>

<file path=ppt/slideLayouts/_rels/slideLayout331.xml.rels><?xml version="1.0" encoding="UTF-8" standalone="yes"?>
<Relationships xmlns="http://schemas.openxmlformats.org/package/2006/relationships"><Relationship Id="rId9" Type="http://schemas.openxmlformats.org/officeDocument/2006/relationships/tags" Target="../tags/tag2500.xml"/><Relationship Id="rId8" Type="http://schemas.openxmlformats.org/officeDocument/2006/relationships/tags" Target="../tags/tag2499.xml"/><Relationship Id="rId7" Type="http://schemas.openxmlformats.org/officeDocument/2006/relationships/tags" Target="../tags/tag2498.xml"/><Relationship Id="rId6" Type="http://schemas.openxmlformats.org/officeDocument/2006/relationships/tags" Target="../tags/tag249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496.xml"/><Relationship Id="rId2" Type="http://schemas.openxmlformats.org/officeDocument/2006/relationships/tags" Target="../tags/tag2495.xml"/><Relationship Id="rId13" Type="http://schemas.openxmlformats.org/officeDocument/2006/relationships/image" Target="../media/image14.svg"/><Relationship Id="rId12" Type="http://schemas.openxmlformats.org/officeDocument/2006/relationships/image" Target="../media/image8.png"/><Relationship Id="rId11" Type="http://schemas.openxmlformats.org/officeDocument/2006/relationships/tags" Target="../tags/tag2502.xml"/><Relationship Id="rId10" Type="http://schemas.openxmlformats.org/officeDocument/2006/relationships/tags" Target="../tags/tag2501.xml"/><Relationship Id="rId1" Type="http://schemas.openxmlformats.org/officeDocument/2006/relationships/slideMaster" Target="../slideMasters/slideMaster19.xml"/></Relationships>
</file>

<file path=ppt/slideLayouts/_rels/slideLayout332.xml.rels><?xml version="1.0" encoding="UTF-8" standalone="yes"?>
<Relationships xmlns="http://schemas.openxmlformats.org/package/2006/relationships"><Relationship Id="rId9" Type="http://schemas.openxmlformats.org/officeDocument/2006/relationships/tags" Target="../tags/tag250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50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504.xml"/><Relationship Id="rId2" Type="http://schemas.openxmlformats.org/officeDocument/2006/relationships/tags" Target="../tags/tag2503.xml"/><Relationship Id="rId16" Type="http://schemas.openxmlformats.org/officeDocument/2006/relationships/image" Target="../media/image14.svg"/><Relationship Id="rId15" Type="http://schemas.openxmlformats.org/officeDocument/2006/relationships/image" Target="../media/image8.png"/><Relationship Id="rId14" Type="http://schemas.openxmlformats.org/officeDocument/2006/relationships/tags" Target="../tags/tag2511.xml"/><Relationship Id="rId13" Type="http://schemas.openxmlformats.org/officeDocument/2006/relationships/tags" Target="../tags/tag2510.xml"/><Relationship Id="rId12" Type="http://schemas.openxmlformats.org/officeDocument/2006/relationships/tags" Target="../tags/tag2509.xml"/><Relationship Id="rId11" Type="http://schemas.openxmlformats.org/officeDocument/2006/relationships/tags" Target="../tags/tag2508.xml"/><Relationship Id="rId10" Type="http://schemas.openxmlformats.org/officeDocument/2006/relationships/tags" Target="../tags/tag2507.xml"/><Relationship Id="rId1" Type="http://schemas.openxmlformats.org/officeDocument/2006/relationships/slideMaster" Target="../slideMasters/slideMaster19.xml"/></Relationships>
</file>

<file path=ppt/slideLayouts/_rels/slideLayout333.xml.rels><?xml version="1.0" encoding="UTF-8" standalone="yes"?>
<Relationships xmlns="http://schemas.openxmlformats.org/package/2006/relationships"><Relationship Id="rId9" Type="http://schemas.openxmlformats.org/officeDocument/2006/relationships/tags" Target="../tags/tag251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51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513.xml"/><Relationship Id="rId2" Type="http://schemas.openxmlformats.org/officeDocument/2006/relationships/tags" Target="../tags/tag2512.xml"/><Relationship Id="rId14" Type="http://schemas.openxmlformats.org/officeDocument/2006/relationships/tags" Target="../tags/tag2520.xml"/><Relationship Id="rId13" Type="http://schemas.openxmlformats.org/officeDocument/2006/relationships/tags" Target="../tags/tag2519.xml"/><Relationship Id="rId12" Type="http://schemas.openxmlformats.org/officeDocument/2006/relationships/tags" Target="../tags/tag2518.xml"/><Relationship Id="rId11" Type="http://schemas.openxmlformats.org/officeDocument/2006/relationships/tags" Target="../tags/tag2517.xml"/><Relationship Id="rId10" Type="http://schemas.openxmlformats.org/officeDocument/2006/relationships/tags" Target="../tags/tag2516.xml"/><Relationship Id="rId1" Type="http://schemas.openxmlformats.org/officeDocument/2006/relationships/slideMaster" Target="../slideMasters/slideMaster19.xml"/></Relationships>
</file>

<file path=ppt/slideLayouts/_rels/slideLayout334.xml.rels><?xml version="1.0" encoding="UTF-8" standalone="yes"?>
<Relationships xmlns="http://schemas.openxmlformats.org/package/2006/relationships"><Relationship Id="rId9" Type="http://schemas.openxmlformats.org/officeDocument/2006/relationships/tags" Target="../tags/tag252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52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522.xml"/><Relationship Id="rId2" Type="http://schemas.openxmlformats.org/officeDocument/2006/relationships/tags" Target="../tags/tag2521.xml"/><Relationship Id="rId18" Type="http://schemas.openxmlformats.org/officeDocument/2006/relationships/image" Target="../media/image14.svg"/><Relationship Id="rId17" Type="http://schemas.openxmlformats.org/officeDocument/2006/relationships/image" Target="../media/image8.png"/><Relationship Id="rId16" Type="http://schemas.openxmlformats.org/officeDocument/2006/relationships/tags" Target="../tags/tag2531.xml"/><Relationship Id="rId15" Type="http://schemas.openxmlformats.org/officeDocument/2006/relationships/tags" Target="../tags/tag2530.xml"/><Relationship Id="rId14" Type="http://schemas.openxmlformats.org/officeDocument/2006/relationships/tags" Target="../tags/tag2529.xml"/><Relationship Id="rId13" Type="http://schemas.openxmlformats.org/officeDocument/2006/relationships/tags" Target="../tags/tag2528.xml"/><Relationship Id="rId12" Type="http://schemas.openxmlformats.org/officeDocument/2006/relationships/tags" Target="../tags/tag2527.xml"/><Relationship Id="rId11" Type="http://schemas.openxmlformats.org/officeDocument/2006/relationships/tags" Target="../tags/tag2526.xml"/><Relationship Id="rId10" Type="http://schemas.openxmlformats.org/officeDocument/2006/relationships/tags" Target="../tags/tag2525.xml"/><Relationship Id="rId1" Type="http://schemas.openxmlformats.org/officeDocument/2006/relationships/slideMaster" Target="../slideMasters/slideMaster19.xml"/></Relationships>
</file>

<file path=ppt/slideLayouts/_rels/slideLayout335.xml.rels><?xml version="1.0" encoding="UTF-8" standalone="yes"?>
<Relationships xmlns="http://schemas.openxmlformats.org/package/2006/relationships"><Relationship Id="rId9" Type="http://schemas.openxmlformats.org/officeDocument/2006/relationships/tags" Target="../tags/tag253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53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533.xml"/><Relationship Id="rId2" Type="http://schemas.openxmlformats.org/officeDocument/2006/relationships/tags" Target="../tags/tag2532.xml"/><Relationship Id="rId13" Type="http://schemas.openxmlformats.org/officeDocument/2006/relationships/tags" Target="../tags/tag2539.xml"/><Relationship Id="rId12" Type="http://schemas.openxmlformats.org/officeDocument/2006/relationships/tags" Target="../tags/tag2538.xml"/><Relationship Id="rId11" Type="http://schemas.openxmlformats.org/officeDocument/2006/relationships/tags" Target="../tags/tag2537.xml"/><Relationship Id="rId10" Type="http://schemas.openxmlformats.org/officeDocument/2006/relationships/tags" Target="../tags/tag2536.xml"/><Relationship Id="rId1" Type="http://schemas.openxmlformats.org/officeDocument/2006/relationships/slideMaster" Target="../slideMasters/slideMaster19.xml"/></Relationships>
</file>

<file path=ppt/slideLayouts/_rels/slideLayout336.xml.rels><?xml version="1.0" encoding="UTF-8" standalone="yes"?>
<Relationships xmlns="http://schemas.openxmlformats.org/package/2006/relationships"><Relationship Id="rId9" Type="http://schemas.openxmlformats.org/officeDocument/2006/relationships/tags" Target="../tags/tag2551.xml"/><Relationship Id="rId8" Type="http://schemas.openxmlformats.org/officeDocument/2006/relationships/tags" Target="../tags/tag2550.xml"/><Relationship Id="rId7" Type="http://schemas.openxmlformats.org/officeDocument/2006/relationships/tags" Target="../tags/tag2549.xml"/><Relationship Id="rId6" Type="http://schemas.openxmlformats.org/officeDocument/2006/relationships/tags" Target="../tags/tag2548.xml"/><Relationship Id="rId5" Type="http://schemas.openxmlformats.org/officeDocument/2006/relationships/tags" Target="../tags/tag254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546.xml"/><Relationship Id="rId1" Type="http://schemas.openxmlformats.org/officeDocument/2006/relationships/slideMaster" Target="../slideMasters/slideMaster20.xml"/></Relationships>
</file>

<file path=ppt/slideLayouts/_rels/slideLayout337.xml.rels><?xml version="1.0" encoding="UTF-8" standalone="yes"?>
<Relationships xmlns="http://schemas.openxmlformats.org/package/2006/relationships"><Relationship Id="rId9" Type="http://schemas.openxmlformats.org/officeDocument/2006/relationships/tags" Target="../tags/tag2557.xml"/><Relationship Id="rId8" Type="http://schemas.openxmlformats.org/officeDocument/2006/relationships/tags" Target="../tags/tag2556.xml"/><Relationship Id="rId7" Type="http://schemas.openxmlformats.org/officeDocument/2006/relationships/tags" Target="../tags/tag2555.xml"/><Relationship Id="rId6" Type="http://schemas.openxmlformats.org/officeDocument/2006/relationships/tags" Target="../tags/tag2554.xml"/><Relationship Id="rId5" Type="http://schemas.openxmlformats.org/officeDocument/2006/relationships/tags" Target="../tags/tag255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552.xml"/><Relationship Id="rId1" Type="http://schemas.openxmlformats.org/officeDocument/2006/relationships/slideMaster" Target="../slideMasters/slideMaster20.xml"/></Relationships>
</file>

<file path=ppt/slideLayouts/_rels/slideLayout338.xml.rels><?xml version="1.0" encoding="UTF-8" standalone="yes"?>
<Relationships xmlns="http://schemas.openxmlformats.org/package/2006/relationships"><Relationship Id="rId9" Type="http://schemas.openxmlformats.org/officeDocument/2006/relationships/tags" Target="../tags/tag2563.xml"/><Relationship Id="rId8" Type="http://schemas.openxmlformats.org/officeDocument/2006/relationships/tags" Target="../tags/tag2562.xml"/><Relationship Id="rId7" Type="http://schemas.openxmlformats.org/officeDocument/2006/relationships/tags" Target="../tags/tag2561.xml"/><Relationship Id="rId6" Type="http://schemas.openxmlformats.org/officeDocument/2006/relationships/tags" Target="../tags/tag2560.xml"/><Relationship Id="rId5" Type="http://schemas.openxmlformats.org/officeDocument/2006/relationships/tags" Target="../tags/tag2559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558.xml"/><Relationship Id="rId1" Type="http://schemas.openxmlformats.org/officeDocument/2006/relationships/slideMaster" Target="../slideMasters/slideMaster20.xml"/></Relationships>
</file>

<file path=ppt/slideLayouts/_rels/slideLayout339.xml.rels><?xml version="1.0" encoding="UTF-8" standalone="yes"?>
<Relationships xmlns="http://schemas.openxmlformats.org/package/2006/relationships"><Relationship Id="rId9" Type="http://schemas.openxmlformats.org/officeDocument/2006/relationships/tags" Target="../tags/tag2569.xml"/><Relationship Id="rId8" Type="http://schemas.openxmlformats.org/officeDocument/2006/relationships/tags" Target="../tags/tag2568.xml"/><Relationship Id="rId7" Type="http://schemas.openxmlformats.org/officeDocument/2006/relationships/tags" Target="../tags/tag2567.xml"/><Relationship Id="rId6" Type="http://schemas.openxmlformats.org/officeDocument/2006/relationships/tags" Target="../tags/tag2566.xml"/><Relationship Id="rId5" Type="http://schemas.openxmlformats.org/officeDocument/2006/relationships/tags" Target="../tags/tag256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564.xml"/><Relationship Id="rId10" Type="http://schemas.openxmlformats.org/officeDocument/2006/relationships/tags" Target="../tags/tag2570.xml"/><Relationship Id="rId1" Type="http://schemas.openxmlformats.org/officeDocument/2006/relationships/slideMaster" Target="../slideMasters/slideMaster20.xml"/></Relationships>
</file>

<file path=ppt/slideLayouts/_rels/slideLayout340.xml.rels><?xml version="1.0" encoding="UTF-8" standalone="yes"?>
<Relationships xmlns="http://schemas.openxmlformats.org/package/2006/relationships"><Relationship Id="rId9" Type="http://schemas.openxmlformats.org/officeDocument/2006/relationships/tags" Target="../tags/tag2576.xml"/><Relationship Id="rId8" Type="http://schemas.openxmlformats.org/officeDocument/2006/relationships/tags" Target="../tags/tag2575.xml"/><Relationship Id="rId7" Type="http://schemas.openxmlformats.org/officeDocument/2006/relationships/tags" Target="../tags/tag2574.xml"/><Relationship Id="rId6" Type="http://schemas.openxmlformats.org/officeDocument/2006/relationships/tags" Target="../tags/tag2573.xml"/><Relationship Id="rId5" Type="http://schemas.openxmlformats.org/officeDocument/2006/relationships/tags" Target="../tags/tag257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571.xml"/><Relationship Id="rId12" Type="http://schemas.openxmlformats.org/officeDocument/2006/relationships/tags" Target="../tags/tag2579.xml"/><Relationship Id="rId11" Type="http://schemas.openxmlformats.org/officeDocument/2006/relationships/tags" Target="../tags/tag2578.xml"/><Relationship Id="rId10" Type="http://schemas.openxmlformats.org/officeDocument/2006/relationships/tags" Target="../tags/tag2577.xml"/><Relationship Id="rId1" Type="http://schemas.openxmlformats.org/officeDocument/2006/relationships/slideMaster" Target="../slideMasters/slideMaster20.xml"/></Relationships>
</file>

<file path=ppt/slideLayouts/_rels/slideLayout341.xml.rels><?xml version="1.0" encoding="UTF-8" standalone="yes"?>
<Relationships xmlns="http://schemas.openxmlformats.org/package/2006/relationships"><Relationship Id="rId9" Type="http://schemas.openxmlformats.org/officeDocument/2006/relationships/tags" Target="../tags/tag2585.xml"/><Relationship Id="rId8" Type="http://schemas.openxmlformats.org/officeDocument/2006/relationships/tags" Target="../tags/tag2584.xml"/><Relationship Id="rId7" Type="http://schemas.openxmlformats.org/officeDocument/2006/relationships/tags" Target="../tags/tag2583.xml"/><Relationship Id="rId6" Type="http://schemas.openxmlformats.org/officeDocument/2006/relationships/tags" Target="../tags/tag2582.xml"/><Relationship Id="rId5" Type="http://schemas.openxmlformats.org/officeDocument/2006/relationships/tags" Target="../tags/tag2581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580.xml"/><Relationship Id="rId1" Type="http://schemas.openxmlformats.org/officeDocument/2006/relationships/slideMaster" Target="../slideMasters/slideMaster20.xml"/></Relationships>
</file>

<file path=ppt/slideLayouts/_rels/slideLayout342.xml.rels><?xml version="1.0" encoding="UTF-8" standalone="yes"?>
<Relationships xmlns="http://schemas.openxmlformats.org/package/2006/relationships"><Relationship Id="rId4" Type="http://schemas.openxmlformats.org/officeDocument/2006/relationships/tags" Target="../tags/tag2588.xml"/><Relationship Id="rId3" Type="http://schemas.openxmlformats.org/officeDocument/2006/relationships/tags" Target="../tags/tag2587.xml"/><Relationship Id="rId2" Type="http://schemas.openxmlformats.org/officeDocument/2006/relationships/tags" Target="../tags/tag2586.xml"/><Relationship Id="rId1" Type="http://schemas.openxmlformats.org/officeDocument/2006/relationships/slideMaster" Target="../slideMasters/slideMaster20.xml"/></Relationships>
</file>

<file path=ppt/slideLayouts/_rels/slideLayout343.xml.rels><?xml version="1.0" encoding="UTF-8" standalone="yes"?>
<Relationships xmlns="http://schemas.openxmlformats.org/package/2006/relationships"><Relationship Id="rId9" Type="http://schemas.openxmlformats.org/officeDocument/2006/relationships/tags" Target="../tags/tag2592.xml"/><Relationship Id="rId8" Type="http://schemas.openxmlformats.org/officeDocument/2006/relationships/tags" Target="../tags/tag259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59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589.xml"/><Relationship Id="rId13" Type="http://schemas.openxmlformats.org/officeDocument/2006/relationships/tags" Target="../tags/tag2596.xml"/><Relationship Id="rId12" Type="http://schemas.openxmlformats.org/officeDocument/2006/relationships/tags" Target="../tags/tag2595.xml"/><Relationship Id="rId11" Type="http://schemas.openxmlformats.org/officeDocument/2006/relationships/tags" Target="../tags/tag2594.xml"/><Relationship Id="rId10" Type="http://schemas.openxmlformats.org/officeDocument/2006/relationships/tags" Target="../tags/tag2593.xml"/><Relationship Id="rId1" Type="http://schemas.openxmlformats.org/officeDocument/2006/relationships/slideMaster" Target="../slideMasters/slideMaster20.xml"/></Relationships>
</file>

<file path=ppt/slideLayouts/_rels/slideLayout344.xml.rels><?xml version="1.0" encoding="UTF-8" standalone="yes"?>
<Relationships xmlns="http://schemas.openxmlformats.org/package/2006/relationships"><Relationship Id="rId9" Type="http://schemas.openxmlformats.org/officeDocument/2006/relationships/tags" Target="../tags/tag2600.xml"/><Relationship Id="rId8" Type="http://schemas.openxmlformats.org/officeDocument/2006/relationships/tags" Target="../tags/tag259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59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597.xml"/><Relationship Id="rId12" Type="http://schemas.openxmlformats.org/officeDocument/2006/relationships/tags" Target="../tags/tag2603.xml"/><Relationship Id="rId11" Type="http://schemas.openxmlformats.org/officeDocument/2006/relationships/tags" Target="../tags/tag2602.xml"/><Relationship Id="rId10" Type="http://schemas.openxmlformats.org/officeDocument/2006/relationships/tags" Target="../tags/tag2601.xml"/><Relationship Id="rId1" Type="http://schemas.openxmlformats.org/officeDocument/2006/relationships/slideMaster" Target="../slideMasters/slideMaster20.xml"/></Relationships>
</file>

<file path=ppt/slideLayouts/_rels/slideLayout345.xml.rels><?xml version="1.0" encoding="UTF-8" standalone="yes"?>
<Relationships xmlns="http://schemas.openxmlformats.org/package/2006/relationships"><Relationship Id="rId9" Type="http://schemas.openxmlformats.org/officeDocument/2006/relationships/tags" Target="../tags/tag2607.xml"/><Relationship Id="rId8" Type="http://schemas.openxmlformats.org/officeDocument/2006/relationships/tags" Target="../tags/tag260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60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604.xml"/><Relationship Id="rId11" Type="http://schemas.openxmlformats.org/officeDocument/2006/relationships/tags" Target="../tags/tag2609.xml"/><Relationship Id="rId10" Type="http://schemas.openxmlformats.org/officeDocument/2006/relationships/tags" Target="../tags/tag2608.xml"/><Relationship Id="rId1" Type="http://schemas.openxmlformats.org/officeDocument/2006/relationships/slideMaster" Target="../slideMasters/slideMaster20.xml"/></Relationships>
</file>

<file path=ppt/slideLayouts/_rels/slideLayout346.xml.rels><?xml version="1.0" encoding="UTF-8" standalone="yes"?>
<Relationships xmlns="http://schemas.openxmlformats.org/package/2006/relationships"><Relationship Id="rId9" Type="http://schemas.openxmlformats.org/officeDocument/2006/relationships/tags" Target="../tags/tag2615.xml"/><Relationship Id="rId8" Type="http://schemas.openxmlformats.org/officeDocument/2006/relationships/tags" Target="../tags/tag2614.xml"/><Relationship Id="rId7" Type="http://schemas.openxmlformats.org/officeDocument/2006/relationships/tags" Target="../tags/tag2613.xml"/><Relationship Id="rId6" Type="http://schemas.openxmlformats.org/officeDocument/2006/relationships/tags" Target="../tags/tag2612.xml"/><Relationship Id="rId5" Type="http://schemas.openxmlformats.org/officeDocument/2006/relationships/tags" Target="../tags/tag261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610.xml"/><Relationship Id="rId14" Type="http://schemas.openxmlformats.org/officeDocument/2006/relationships/image" Target="../media/image13.svg"/><Relationship Id="rId13" Type="http://schemas.openxmlformats.org/officeDocument/2006/relationships/image" Target="../media/image8.png"/><Relationship Id="rId12" Type="http://schemas.openxmlformats.org/officeDocument/2006/relationships/tags" Target="../tags/tag2618.xml"/><Relationship Id="rId11" Type="http://schemas.openxmlformats.org/officeDocument/2006/relationships/tags" Target="../tags/tag2617.xml"/><Relationship Id="rId10" Type="http://schemas.openxmlformats.org/officeDocument/2006/relationships/tags" Target="../tags/tag2616.xml"/><Relationship Id="rId1" Type="http://schemas.openxmlformats.org/officeDocument/2006/relationships/slideMaster" Target="../slideMasters/slideMaster20.xml"/></Relationships>
</file>

<file path=ppt/slideLayouts/_rels/slideLayout347.xml.rels><?xml version="1.0" encoding="UTF-8" standalone="yes"?>
<Relationships xmlns="http://schemas.openxmlformats.org/package/2006/relationships"><Relationship Id="rId9" Type="http://schemas.openxmlformats.org/officeDocument/2006/relationships/tags" Target="../tags/tag2622.xml"/><Relationship Id="rId8" Type="http://schemas.openxmlformats.org/officeDocument/2006/relationships/tags" Target="../tags/tag262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62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619.xml"/><Relationship Id="rId11" Type="http://schemas.openxmlformats.org/officeDocument/2006/relationships/tags" Target="../tags/tag2624.xml"/><Relationship Id="rId10" Type="http://schemas.openxmlformats.org/officeDocument/2006/relationships/tags" Target="../tags/tag2623.xml"/><Relationship Id="rId1" Type="http://schemas.openxmlformats.org/officeDocument/2006/relationships/slideMaster" Target="../slideMasters/slideMaster20.xml"/></Relationships>
</file>

<file path=ppt/slideLayouts/_rels/slideLayout348.xml.rels><?xml version="1.0" encoding="UTF-8" standalone="yes"?>
<Relationships xmlns="http://schemas.openxmlformats.org/package/2006/relationships"><Relationship Id="rId9" Type="http://schemas.openxmlformats.org/officeDocument/2006/relationships/tags" Target="../tags/tag262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62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626.xml"/><Relationship Id="rId2" Type="http://schemas.openxmlformats.org/officeDocument/2006/relationships/tags" Target="../tags/tag2625.xml"/><Relationship Id="rId13" Type="http://schemas.openxmlformats.org/officeDocument/2006/relationships/tags" Target="../tags/tag2632.xml"/><Relationship Id="rId12" Type="http://schemas.openxmlformats.org/officeDocument/2006/relationships/tags" Target="../tags/tag2631.xml"/><Relationship Id="rId11" Type="http://schemas.openxmlformats.org/officeDocument/2006/relationships/tags" Target="../tags/tag2630.xml"/><Relationship Id="rId10" Type="http://schemas.openxmlformats.org/officeDocument/2006/relationships/tags" Target="../tags/tag2629.xml"/><Relationship Id="rId1" Type="http://schemas.openxmlformats.org/officeDocument/2006/relationships/slideMaster" Target="../slideMasters/slideMaster20.xml"/></Relationships>
</file>

<file path=ppt/slideLayouts/_rels/slideLayout349.xml.rels><?xml version="1.0" encoding="UTF-8" standalone="yes"?>
<Relationships xmlns="http://schemas.openxmlformats.org/package/2006/relationships"><Relationship Id="rId9" Type="http://schemas.openxmlformats.org/officeDocument/2006/relationships/tags" Target="../tags/tag2638.xml"/><Relationship Id="rId8" Type="http://schemas.openxmlformats.org/officeDocument/2006/relationships/tags" Target="../tags/tag2637.xml"/><Relationship Id="rId7" Type="http://schemas.openxmlformats.org/officeDocument/2006/relationships/tags" Target="../tags/tag2636.xml"/><Relationship Id="rId6" Type="http://schemas.openxmlformats.org/officeDocument/2006/relationships/tags" Target="../tags/tag263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634.xml"/><Relationship Id="rId2" Type="http://schemas.openxmlformats.org/officeDocument/2006/relationships/tags" Target="../tags/tag2633.xml"/><Relationship Id="rId13" Type="http://schemas.openxmlformats.org/officeDocument/2006/relationships/image" Target="../media/image13.svg"/><Relationship Id="rId12" Type="http://schemas.openxmlformats.org/officeDocument/2006/relationships/image" Target="../media/image8.png"/><Relationship Id="rId11" Type="http://schemas.openxmlformats.org/officeDocument/2006/relationships/tags" Target="../tags/tag2640.xml"/><Relationship Id="rId10" Type="http://schemas.openxmlformats.org/officeDocument/2006/relationships/tags" Target="../tags/tag2639.xml"/><Relationship Id="rId1" Type="http://schemas.openxmlformats.org/officeDocument/2006/relationships/slideMaster" Target="../slideMasters/slideMaster20.xml"/></Relationships>
</file>

<file path=ppt/slideLayouts/_rels/slideLayout350.xml.rels><?xml version="1.0" encoding="UTF-8" standalone="yes"?>
<Relationships xmlns="http://schemas.openxmlformats.org/package/2006/relationships"><Relationship Id="rId9" Type="http://schemas.openxmlformats.org/officeDocument/2006/relationships/tags" Target="../tags/tag264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64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642.xml"/><Relationship Id="rId2" Type="http://schemas.openxmlformats.org/officeDocument/2006/relationships/tags" Target="../tags/tag2641.xml"/><Relationship Id="rId16" Type="http://schemas.openxmlformats.org/officeDocument/2006/relationships/image" Target="../media/image13.svg"/><Relationship Id="rId15" Type="http://schemas.openxmlformats.org/officeDocument/2006/relationships/image" Target="../media/image8.png"/><Relationship Id="rId14" Type="http://schemas.openxmlformats.org/officeDocument/2006/relationships/tags" Target="../tags/tag2649.xml"/><Relationship Id="rId13" Type="http://schemas.openxmlformats.org/officeDocument/2006/relationships/tags" Target="../tags/tag2648.xml"/><Relationship Id="rId12" Type="http://schemas.openxmlformats.org/officeDocument/2006/relationships/tags" Target="../tags/tag2647.xml"/><Relationship Id="rId11" Type="http://schemas.openxmlformats.org/officeDocument/2006/relationships/tags" Target="../tags/tag2646.xml"/><Relationship Id="rId10" Type="http://schemas.openxmlformats.org/officeDocument/2006/relationships/tags" Target="../tags/tag2645.xml"/><Relationship Id="rId1" Type="http://schemas.openxmlformats.org/officeDocument/2006/relationships/slideMaster" Target="../slideMasters/slideMaster20.xml"/></Relationships>
</file>

<file path=ppt/slideLayouts/_rels/slideLayout351.xml.rels><?xml version="1.0" encoding="UTF-8" standalone="yes"?>
<Relationships xmlns="http://schemas.openxmlformats.org/package/2006/relationships"><Relationship Id="rId9" Type="http://schemas.openxmlformats.org/officeDocument/2006/relationships/tags" Target="../tags/tag265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65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651.xml"/><Relationship Id="rId2" Type="http://schemas.openxmlformats.org/officeDocument/2006/relationships/tags" Target="../tags/tag2650.xml"/><Relationship Id="rId14" Type="http://schemas.openxmlformats.org/officeDocument/2006/relationships/tags" Target="../tags/tag2658.xml"/><Relationship Id="rId13" Type="http://schemas.openxmlformats.org/officeDocument/2006/relationships/tags" Target="../tags/tag2657.xml"/><Relationship Id="rId12" Type="http://schemas.openxmlformats.org/officeDocument/2006/relationships/tags" Target="../tags/tag2656.xml"/><Relationship Id="rId11" Type="http://schemas.openxmlformats.org/officeDocument/2006/relationships/tags" Target="../tags/tag2655.xml"/><Relationship Id="rId10" Type="http://schemas.openxmlformats.org/officeDocument/2006/relationships/tags" Target="../tags/tag2654.xml"/><Relationship Id="rId1" Type="http://schemas.openxmlformats.org/officeDocument/2006/relationships/slideMaster" Target="../slideMasters/slideMaster20.xml"/></Relationships>
</file>

<file path=ppt/slideLayouts/_rels/slideLayout352.xml.rels><?xml version="1.0" encoding="UTF-8" standalone="yes"?>
<Relationships xmlns="http://schemas.openxmlformats.org/package/2006/relationships"><Relationship Id="rId9" Type="http://schemas.openxmlformats.org/officeDocument/2006/relationships/tags" Target="../tags/tag266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66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660.xml"/><Relationship Id="rId2" Type="http://schemas.openxmlformats.org/officeDocument/2006/relationships/tags" Target="../tags/tag2659.xml"/><Relationship Id="rId18" Type="http://schemas.openxmlformats.org/officeDocument/2006/relationships/image" Target="../media/image13.svg"/><Relationship Id="rId17" Type="http://schemas.openxmlformats.org/officeDocument/2006/relationships/image" Target="../media/image8.png"/><Relationship Id="rId16" Type="http://schemas.openxmlformats.org/officeDocument/2006/relationships/tags" Target="../tags/tag2669.xml"/><Relationship Id="rId15" Type="http://schemas.openxmlformats.org/officeDocument/2006/relationships/tags" Target="../tags/tag2668.xml"/><Relationship Id="rId14" Type="http://schemas.openxmlformats.org/officeDocument/2006/relationships/tags" Target="../tags/tag2667.xml"/><Relationship Id="rId13" Type="http://schemas.openxmlformats.org/officeDocument/2006/relationships/tags" Target="../tags/tag2666.xml"/><Relationship Id="rId12" Type="http://schemas.openxmlformats.org/officeDocument/2006/relationships/tags" Target="../tags/tag2665.xml"/><Relationship Id="rId11" Type="http://schemas.openxmlformats.org/officeDocument/2006/relationships/tags" Target="../tags/tag2664.xml"/><Relationship Id="rId10" Type="http://schemas.openxmlformats.org/officeDocument/2006/relationships/tags" Target="../tags/tag2663.xml"/><Relationship Id="rId1" Type="http://schemas.openxmlformats.org/officeDocument/2006/relationships/slideMaster" Target="../slideMasters/slideMaster20.xml"/></Relationships>
</file>

<file path=ppt/slideLayouts/_rels/slideLayout353.xml.rels><?xml version="1.0" encoding="UTF-8" standalone="yes"?>
<Relationships xmlns="http://schemas.openxmlformats.org/package/2006/relationships"><Relationship Id="rId9" Type="http://schemas.openxmlformats.org/officeDocument/2006/relationships/tags" Target="../tags/tag267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67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671.xml"/><Relationship Id="rId2" Type="http://schemas.openxmlformats.org/officeDocument/2006/relationships/tags" Target="../tags/tag2670.xml"/><Relationship Id="rId13" Type="http://schemas.openxmlformats.org/officeDocument/2006/relationships/tags" Target="../tags/tag2677.xml"/><Relationship Id="rId12" Type="http://schemas.openxmlformats.org/officeDocument/2006/relationships/tags" Target="../tags/tag2676.xml"/><Relationship Id="rId11" Type="http://schemas.openxmlformats.org/officeDocument/2006/relationships/tags" Target="../tags/tag2675.xml"/><Relationship Id="rId10" Type="http://schemas.openxmlformats.org/officeDocument/2006/relationships/tags" Target="../tags/tag2674.xml"/><Relationship Id="rId1" Type="http://schemas.openxmlformats.org/officeDocument/2006/relationships/slideMaster" Target="../slideMasters/slideMaster20.xml"/></Relationships>
</file>

<file path=ppt/slideLayouts/_rels/slideLayout354.xml.rels><?xml version="1.0" encoding="UTF-8" standalone="yes"?>
<Relationships xmlns="http://schemas.openxmlformats.org/package/2006/relationships"><Relationship Id="rId9" Type="http://schemas.openxmlformats.org/officeDocument/2006/relationships/tags" Target="../tags/tag2689.xml"/><Relationship Id="rId8" Type="http://schemas.openxmlformats.org/officeDocument/2006/relationships/tags" Target="../tags/tag2688.xml"/><Relationship Id="rId7" Type="http://schemas.openxmlformats.org/officeDocument/2006/relationships/tags" Target="../tags/tag2687.xml"/><Relationship Id="rId6" Type="http://schemas.openxmlformats.org/officeDocument/2006/relationships/tags" Target="../tags/tag2686.xml"/><Relationship Id="rId5" Type="http://schemas.openxmlformats.org/officeDocument/2006/relationships/tags" Target="../tags/tag268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684.xml"/><Relationship Id="rId1" Type="http://schemas.openxmlformats.org/officeDocument/2006/relationships/slideMaster" Target="../slideMasters/slideMaster21.xml"/></Relationships>
</file>

<file path=ppt/slideLayouts/_rels/slideLayout355.xml.rels><?xml version="1.0" encoding="UTF-8" standalone="yes"?>
<Relationships xmlns="http://schemas.openxmlformats.org/package/2006/relationships"><Relationship Id="rId9" Type="http://schemas.openxmlformats.org/officeDocument/2006/relationships/tags" Target="../tags/tag2695.xml"/><Relationship Id="rId8" Type="http://schemas.openxmlformats.org/officeDocument/2006/relationships/tags" Target="../tags/tag2694.xml"/><Relationship Id="rId7" Type="http://schemas.openxmlformats.org/officeDocument/2006/relationships/tags" Target="../tags/tag2693.xml"/><Relationship Id="rId6" Type="http://schemas.openxmlformats.org/officeDocument/2006/relationships/tags" Target="../tags/tag2692.xml"/><Relationship Id="rId5" Type="http://schemas.openxmlformats.org/officeDocument/2006/relationships/tags" Target="../tags/tag269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690.xml"/><Relationship Id="rId1" Type="http://schemas.openxmlformats.org/officeDocument/2006/relationships/slideMaster" Target="../slideMasters/slideMaster21.xml"/></Relationships>
</file>

<file path=ppt/slideLayouts/_rels/slideLayout356.xml.rels><?xml version="1.0" encoding="UTF-8" standalone="yes"?>
<Relationships xmlns="http://schemas.openxmlformats.org/package/2006/relationships"><Relationship Id="rId9" Type="http://schemas.openxmlformats.org/officeDocument/2006/relationships/tags" Target="../tags/tag2701.xml"/><Relationship Id="rId8" Type="http://schemas.openxmlformats.org/officeDocument/2006/relationships/tags" Target="../tags/tag2700.xml"/><Relationship Id="rId7" Type="http://schemas.openxmlformats.org/officeDocument/2006/relationships/tags" Target="../tags/tag2699.xml"/><Relationship Id="rId6" Type="http://schemas.openxmlformats.org/officeDocument/2006/relationships/tags" Target="../tags/tag2698.xml"/><Relationship Id="rId5" Type="http://schemas.openxmlformats.org/officeDocument/2006/relationships/tags" Target="../tags/tag2697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696.xml"/><Relationship Id="rId1" Type="http://schemas.openxmlformats.org/officeDocument/2006/relationships/slideMaster" Target="../slideMasters/slideMaster21.xml"/></Relationships>
</file>

<file path=ppt/slideLayouts/_rels/slideLayout357.xml.rels><?xml version="1.0" encoding="UTF-8" standalone="yes"?>
<Relationships xmlns="http://schemas.openxmlformats.org/package/2006/relationships"><Relationship Id="rId9" Type="http://schemas.openxmlformats.org/officeDocument/2006/relationships/tags" Target="../tags/tag2707.xml"/><Relationship Id="rId8" Type="http://schemas.openxmlformats.org/officeDocument/2006/relationships/tags" Target="../tags/tag2706.xml"/><Relationship Id="rId7" Type="http://schemas.openxmlformats.org/officeDocument/2006/relationships/tags" Target="../tags/tag2705.xml"/><Relationship Id="rId6" Type="http://schemas.openxmlformats.org/officeDocument/2006/relationships/tags" Target="../tags/tag2704.xml"/><Relationship Id="rId5" Type="http://schemas.openxmlformats.org/officeDocument/2006/relationships/tags" Target="../tags/tag270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702.xml"/><Relationship Id="rId10" Type="http://schemas.openxmlformats.org/officeDocument/2006/relationships/tags" Target="../tags/tag2708.xml"/><Relationship Id="rId1" Type="http://schemas.openxmlformats.org/officeDocument/2006/relationships/slideMaster" Target="../slideMasters/slideMaster21.xml"/></Relationships>
</file>

<file path=ppt/slideLayouts/_rels/slideLayout358.xml.rels><?xml version="1.0" encoding="UTF-8" standalone="yes"?>
<Relationships xmlns="http://schemas.openxmlformats.org/package/2006/relationships"><Relationship Id="rId9" Type="http://schemas.openxmlformats.org/officeDocument/2006/relationships/tags" Target="../tags/tag2714.xml"/><Relationship Id="rId8" Type="http://schemas.openxmlformats.org/officeDocument/2006/relationships/tags" Target="../tags/tag2713.xml"/><Relationship Id="rId7" Type="http://schemas.openxmlformats.org/officeDocument/2006/relationships/tags" Target="../tags/tag2712.xml"/><Relationship Id="rId6" Type="http://schemas.openxmlformats.org/officeDocument/2006/relationships/tags" Target="../tags/tag2711.xml"/><Relationship Id="rId5" Type="http://schemas.openxmlformats.org/officeDocument/2006/relationships/tags" Target="../tags/tag271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709.xml"/><Relationship Id="rId12" Type="http://schemas.openxmlformats.org/officeDocument/2006/relationships/tags" Target="../tags/tag2717.xml"/><Relationship Id="rId11" Type="http://schemas.openxmlformats.org/officeDocument/2006/relationships/tags" Target="../tags/tag2716.xml"/><Relationship Id="rId10" Type="http://schemas.openxmlformats.org/officeDocument/2006/relationships/tags" Target="../tags/tag2715.xml"/><Relationship Id="rId1" Type="http://schemas.openxmlformats.org/officeDocument/2006/relationships/slideMaster" Target="../slideMasters/slideMaster21.xml"/></Relationships>
</file>

<file path=ppt/slideLayouts/_rels/slideLayout359.xml.rels><?xml version="1.0" encoding="UTF-8" standalone="yes"?>
<Relationships xmlns="http://schemas.openxmlformats.org/package/2006/relationships"><Relationship Id="rId9" Type="http://schemas.openxmlformats.org/officeDocument/2006/relationships/tags" Target="../tags/tag2723.xml"/><Relationship Id="rId8" Type="http://schemas.openxmlformats.org/officeDocument/2006/relationships/tags" Target="../tags/tag2722.xml"/><Relationship Id="rId7" Type="http://schemas.openxmlformats.org/officeDocument/2006/relationships/tags" Target="../tags/tag2721.xml"/><Relationship Id="rId6" Type="http://schemas.openxmlformats.org/officeDocument/2006/relationships/tags" Target="../tags/tag2720.xml"/><Relationship Id="rId5" Type="http://schemas.openxmlformats.org/officeDocument/2006/relationships/tags" Target="../tags/tag2719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718.xml"/><Relationship Id="rId1" Type="http://schemas.openxmlformats.org/officeDocument/2006/relationships/slideMaster" Target="../slideMasters/slideMaster21.xml"/></Relationships>
</file>

<file path=ppt/slideLayouts/_rels/slideLayout360.xml.rels><?xml version="1.0" encoding="UTF-8" standalone="yes"?>
<Relationships xmlns="http://schemas.openxmlformats.org/package/2006/relationships"><Relationship Id="rId4" Type="http://schemas.openxmlformats.org/officeDocument/2006/relationships/tags" Target="../tags/tag2726.xml"/><Relationship Id="rId3" Type="http://schemas.openxmlformats.org/officeDocument/2006/relationships/tags" Target="../tags/tag2725.xml"/><Relationship Id="rId2" Type="http://schemas.openxmlformats.org/officeDocument/2006/relationships/tags" Target="../tags/tag2724.xml"/><Relationship Id="rId1" Type="http://schemas.openxmlformats.org/officeDocument/2006/relationships/slideMaster" Target="../slideMasters/slideMaster21.xml"/></Relationships>
</file>

<file path=ppt/slideLayouts/_rels/slideLayout361.xml.rels><?xml version="1.0" encoding="UTF-8" standalone="yes"?>
<Relationships xmlns="http://schemas.openxmlformats.org/package/2006/relationships"><Relationship Id="rId9" Type="http://schemas.openxmlformats.org/officeDocument/2006/relationships/tags" Target="../tags/tag2730.xml"/><Relationship Id="rId8" Type="http://schemas.openxmlformats.org/officeDocument/2006/relationships/tags" Target="../tags/tag272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72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727.xml"/><Relationship Id="rId13" Type="http://schemas.openxmlformats.org/officeDocument/2006/relationships/tags" Target="../tags/tag2734.xml"/><Relationship Id="rId12" Type="http://schemas.openxmlformats.org/officeDocument/2006/relationships/tags" Target="../tags/tag2733.xml"/><Relationship Id="rId11" Type="http://schemas.openxmlformats.org/officeDocument/2006/relationships/tags" Target="../tags/tag2732.xml"/><Relationship Id="rId10" Type="http://schemas.openxmlformats.org/officeDocument/2006/relationships/tags" Target="../tags/tag2731.xml"/><Relationship Id="rId1" Type="http://schemas.openxmlformats.org/officeDocument/2006/relationships/slideMaster" Target="../slideMasters/slideMaster21.xml"/></Relationships>
</file>

<file path=ppt/slideLayouts/_rels/slideLayout362.xml.rels><?xml version="1.0" encoding="UTF-8" standalone="yes"?>
<Relationships xmlns="http://schemas.openxmlformats.org/package/2006/relationships"><Relationship Id="rId9" Type="http://schemas.openxmlformats.org/officeDocument/2006/relationships/tags" Target="../tags/tag2738.xml"/><Relationship Id="rId8" Type="http://schemas.openxmlformats.org/officeDocument/2006/relationships/tags" Target="../tags/tag273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73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735.xml"/><Relationship Id="rId12" Type="http://schemas.openxmlformats.org/officeDocument/2006/relationships/tags" Target="../tags/tag2741.xml"/><Relationship Id="rId11" Type="http://schemas.openxmlformats.org/officeDocument/2006/relationships/tags" Target="../tags/tag2740.xml"/><Relationship Id="rId10" Type="http://schemas.openxmlformats.org/officeDocument/2006/relationships/tags" Target="../tags/tag2739.xml"/><Relationship Id="rId1" Type="http://schemas.openxmlformats.org/officeDocument/2006/relationships/slideMaster" Target="../slideMasters/slideMaster21.xml"/></Relationships>
</file>

<file path=ppt/slideLayouts/_rels/slideLayout363.xml.rels><?xml version="1.0" encoding="UTF-8" standalone="yes"?>
<Relationships xmlns="http://schemas.openxmlformats.org/package/2006/relationships"><Relationship Id="rId9" Type="http://schemas.openxmlformats.org/officeDocument/2006/relationships/tags" Target="../tags/tag2745.xml"/><Relationship Id="rId8" Type="http://schemas.openxmlformats.org/officeDocument/2006/relationships/tags" Target="../tags/tag274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74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742.xml"/><Relationship Id="rId11" Type="http://schemas.openxmlformats.org/officeDocument/2006/relationships/tags" Target="../tags/tag2747.xml"/><Relationship Id="rId10" Type="http://schemas.openxmlformats.org/officeDocument/2006/relationships/tags" Target="../tags/tag2746.xml"/><Relationship Id="rId1" Type="http://schemas.openxmlformats.org/officeDocument/2006/relationships/slideMaster" Target="../slideMasters/slideMaster21.xml"/></Relationships>
</file>

<file path=ppt/slideLayouts/_rels/slideLayout364.xml.rels><?xml version="1.0" encoding="UTF-8" standalone="yes"?>
<Relationships xmlns="http://schemas.openxmlformats.org/package/2006/relationships"><Relationship Id="rId9" Type="http://schemas.openxmlformats.org/officeDocument/2006/relationships/tags" Target="../tags/tag2753.xml"/><Relationship Id="rId8" Type="http://schemas.openxmlformats.org/officeDocument/2006/relationships/tags" Target="../tags/tag2752.xml"/><Relationship Id="rId7" Type="http://schemas.openxmlformats.org/officeDocument/2006/relationships/tags" Target="../tags/tag2751.xml"/><Relationship Id="rId6" Type="http://schemas.openxmlformats.org/officeDocument/2006/relationships/tags" Target="../tags/tag2750.xml"/><Relationship Id="rId5" Type="http://schemas.openxmlformats.org/officeDocument/2006/relationships/tags" Target="../tags/tag274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748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2756.xml"/><Relationship Id="rId11" Type="http://schemas.openxmlformats.org/officeDocument/2006/relationships/tags" Target="../tags/tag2755.xml"/><Relationship Id="rId10" Type="http://schemas.openxmlformats.org/officeDocument/2006/relationships/tags" Target="../tags/tag2754.xml"/><Relationship Id="rId1" Type="http://schemas.openxmlformats.org/officeDocument/2006/relationships/slideMaster" Target="../slideMasters/slideMaster21.xml"/></Relationships>
</file>

<file path=ppt/slideLayouts/_rels/slideLayout365.xml.rels><?xml version="1.0" encoding="UTF-8" standalone="yes"?>
<Relationships xmlns="http://schemas.openxmlformats.org/package/2006/relationships"><Relationship Id="rId9" Type="http://schemas.openxmlformats.org/officeDocument/2006/relationships/tags" Target="../tags/tag2760.xml"/><Relationship Id="rId8" Type="http://schemas.openxmlformats.org/officeDocument/2006/relationships/tags" Target="../tags/tag275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75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757.xml"/><Relationship Id="rId11" Type="http://schemas.openxmlformats.org/officeDocument/2006/relationships/tags" Target="../tags/tag2762.xml"/><Relationship Id="rId10" Type="http://schemas.openxmlformats.org/officeDocument/2006/relationships/tags" Target="../tags/tag2761.xml"/><Relationship Id="rId1" Type="http://schemas.openxmlformats.org/officeDocument/2006/relationships/slideMaster" Target="../slideMasters/slideMaster21.xml"/></Relationships>
</file>

<file path=ppt/slideLayouts/_rels/slideLayout366.xml.rels><?xml version="1.0" encoding="UTF-8" standalone="yes"?>
<Relationships xmlns="http://schemas.openxmlformats.org/package/2006/relationships"><Relationship Id="rId9" Type="http://schemas.openxmlformats.org/officeDocument/2006/relationships/tags" Target="../tags/tag276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76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764.xml"/><Relationship Id="rId2" Type="http://schemas.openxmlformats.org/officeDocument/2006/relationships/tags" Target="../tags/tag2763.xml"/><Relationship Id="rId13" Type="http://schemas.openxmlformats.org/officeDocument/2006/relationships/tags" Target="../tags/tag2770.xml"/><Relationship Id="rId12" Type="http://schemas.openxmlformats.org/officeDocument/2006/relationships/tags" Target="../tags/tag2769.xml"/><Relationship Id="rId11" Type="http://schemas.openxmlformats.org/officeDocument/2006/relationships/tags" Target="../tags/tag2768.xml"/><Relationship Id="rId10" Type="http://schemas.openxmlformats.org/officeDocument/2006/relationships/tags" Target="../tags/tag2767.xml"/><Relationship Id="rId1" Type="http://schemas.openxmlformats.org/officeDocument/2006/relationships/slideMaster" Target="../slideMasters/slideMaster21.xml"/></Relationships>
</file>

<file path=ppt/slideLayouts/_rels/slideLayout367.xml.rels><?xml version="1.0" encoding="UTF-8" standalone="yes"?>
<Relationships xmlns="http://schemas.openxmlformats.org/package/2006/relationships"><Relationship Id="rId9" Type="http://schemas.openxmlformats.org/officeDocument/2006/relationships/tags" Target="../tags/tag2776.xml"/><Relationship Id="rId8" Type="http://schemas.openxmlformats.org/officeDocument/2006/relationships/tags" Target="../tags/tag2775.xml"/><Relationship Id="rId7" Type="http://schemas.openxmlformats.org/officeDocument/2006/relationships/tags" Target="../tags/tag2774.xml"/><Relationship Id="rId6" Type="http://schemas.openxmlformats.org/officeDocument/2006/relationships/tags" Target="../tags/tag277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772.xml"/><Relationship Id="rId2" Type="http://schemas.openxmlformats.org/officeDocument/2006/relationships/tags" Target="../tags/tag2771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2778.xml"/><Relationship Id="rId10" Type="http://schemas.openxmlformats.org/officeDocument/2006/relationships/tags" Target="../tags/tag2777.xml"/><Relationship Id="rId1" Type="http://schemas.openxmlformats.org/officeDocument/2006/relationships/slideMaster" Target="../slideMasters/slideMaster21.xml"/></Relationships>
</file>

<file path=ppt/slideLayouts/_rels/slideLayout368.xml.rels><?xml version="1.0" encoding="UTF-8" standalone="yes"?>
<Relationships xmlns="http://schemas.openxmlformats.org/package/2006/relationships"><Relationship Id="rId9" Type="http://schemas.openxmlformats.org/officeDocument/2006/relationships/tags" Target="../tags/tag278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78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780.xml"/><Relationship Id="rId2" Type="http://schemas.openxmlformats.org/officeDocument/2006/relationships/tags" Target="../tags/tag2779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2787.xml"/><Relationship Id="rId13" Type="http://schemas.openxmlformats.org/officeDocument/2006/relationships/tags" Target="../tags/tag2786.xml"/><Relationship Id="rId12" Type="http://schemas.openxmlformats.org/officeDocument/2006/relationships/tags" Target="../tags/tag2785.xml"/><Relationship Id="rId11" Type="http://schemas.openxmlformats.org/officeDocument/2006/relationships/tags" Target="../tags/tag2784.xml"/><Relationship Id="rId10" Type="http://schemas.openxmlformats.org/officeDocument/2006/relationships/tags" Target="../tags/tag2783.xml"/><Relationship Id="rId1" Type="http://schemas.openxmlformats.org/officeDocument/2006/relationships/slideMaster" Target="../slideMasters/slideMaster21.xml"/></Relationships>
</file>

<file path=ppt/slideLayouts/_rels/slideLayout369.xml.rels><?xml version="1.0" encoding="UTF-8" standalone="yes"?>
<Relationships xmlns="http://schemas.openxmlformats.org/package/2006/relationships"><Relationship Id="rId9" Type="http://schemas.openxmlformats.org/officeDocument/2006/relationships/tags" Target="../tags/tag279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79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789.xml"/><Relationship Id="rId2" Type="http://schemas.openxmlformats.org/officeDocument/2006/relationships/tags" Target="../tags/tag2788.xml"/><Relationship Id="rId14" Type="http://schemas.openxmlformats.org/officeDocument/2006/relationships/tags" Target="../tags/tag2796.xml"/><Relationship Id="rId13" Type="http://schemas.openxmlformats.org/officeDocument/2006/relationships/tags" Target="../tags/tag2795.xml"/><Relationship Id="rId12" Type="http://schemas.openxmlformats.org/officeDocument/2006/relationships/tags" Target="../tags/tag2794.xml"/><Relationship Id="rId11" Type="http://schemas.openxmlformats.org/officeDocument/2006/relationships/tags" Target="../tags/tag2793.xml"/><Relationship Id="rId10" Type="http://schemas.openxmlformats.org/officeDocument/2006/relationships/tags" Target="../tags/tag2792.xml"/><Relationship Id="rId1" Type="http://schemas.openxmlformats.org/officeDocument/2006/relationships/slideMaster" Target="../slideMasters/slideMaster21.xml"/></Relationships>
</file>

<file path=ppt/slideLayouts/_rels/slideLayout370.xml.rels><?xml version="1.0" encoding="UTF-8" standalone="yes"?>
<Relationships xmlns="http://schemas.openxmlformats.org/package/2006/relationships"><Relationship Id="rId9" Type="http://schemas.openxmlformats.org/officeDocument/2006/relationships/tags" Target="../tags/tag280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79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798.xml"/><Relationship Id="rId2" Type="http://schemas.openxmlformats.org/officeDocument/2006/relationships/tags" Target="../tags/tag2797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2807.xml"/><Relationship Id="rId15" Type="http://schemas.openxmlformats.org/officeDocument/2006/relationships/tags" Target="../tags/tag2806.xml"/><Relationship Id="rId14" Type="http://schemas.openxmlformats.org/officeDocument/2006/relationships/tags" Target="../tags/tag2805.xml"/><Relationship Id="rId13" Type="http://schemas.openxmlformats.org/officeDocument/2006/relationships/tags" Target="../tags/tag2804.xml"/><Relationship Id="rId12" Type="http://schemas.openxmlformats.org/officeDocument/2006/relationships/tags" Target="../tags/tag2803.xml"/><Relationship Id="rId11" Type="http://schemas.openxmlformats.org/officeDocument/2006/relationships/tags" Target="../tags/tag2802.xml"/><Relationship Id="rId10" Type="http://schemas.openxmlformats.org/officeDocument/2006/relationships/tags" Target="../tags/tag2801.xml"/><Relationship Id="rId1" Type="http://schemas.openxmlformats.org/officeDocument/2006/relationships/slideMaster" Target="../slideMasters/slideMaster21.xml"/></Relationships>
</file>

<file path=ppt/slideLayouts/_rels/slideLayout371.xml.rels><?xml version="1.0" encoding="UTF-8" standalone="yes"?>
<Relationships xmlns="http://schemas.openxmlformats.org/package/2006/relationships"><Relationship Id="rId9" Type="http://schemas.openxmlformats.org/officeDocument/2006/relationships/tags" Target="../tags/tag281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81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809.xml"/><Relationship Id="rId2" Type="http://schemas.openxmlformats.org/officeDocument/2006/relationships/tags" Target="../tags/tag2808.xml"/><Relationship Id="rId13" Type="http://schemas.openxmlformats.org/officeDocument/2006/relationships/tags" Target="../tags/tag2815.xml"/><Relationship Id="rId12" Type="http://schemas.openxmlformats.org/officeDocument/2006/relationships/tags" Target="../tags/tag2814.xml"/><Relationship Id="rId11" Type="http://schemas.openxmlformats.org/officeDocument/2006/relationships/tags" Target="../tags/tag2813.xml"/><Relationship Id="rId10" Type="http://schemas.openxmlformats.org/officeDocument/2006/relationships/tags" Target="../tags/tag2812.xml"/><Relationship Id="rId1" Type="http://schemas.openxmlformats.org/officeDocument/2006/relationships/slideMaster" Target="../slideMasters/slideMaster21.xml"/></Relationships>
</file>

<file path=ppt/slideLayouts/_rels/slideLayout372.xml.rels><?xml version="1.0" encoding="UTF-8" standalone="yes"?>
<Relationships xmlns="http://schemas.openxmlformats.org/package/2006/relationships"><Relationship Id="rId9" Type="http://schemas.openxmlformats.org/officeDocument/2006/relationships/tags" Target="../tags/tag2827.xml"/><Relationship Id="rId8" Type="http://schemas.openxmlformats.org/officeDocument/2006/relationships/tags" Target="../tags/tag2826.xml"/><Relationship Id="rId7" Type="http://schemas.openxmlformats.org/officeDocument/2006/relationships/tags" Target="../tags/tag2825.xml"/><Relationship Id="rId6" Type="http://schemas.openxmlformats.org/officeDocument/2006/relationships/tags" Target="../tags/tag2824.xml"/><Relationship Id="rId5" Type="http://schemas.openxmlformats.org/officeDocument/2006/relationships/tags" Target="../tags/tag282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822.xml"/><Relationship Id="rId1" Type="http://schemas.openxmlformats.org/officeDocument/2006/relationships/slideMaster" Target="../slideMasters/slideMaster22.xml"/></Relationships>
</file>

<file path=ppt/slideLayouts/_rels/slideLayout373.xml.rels><?xml version="1.0" encoding="UTF-8" standalone="yes"?>
<Relationships xmlns="http://schemas.openxmlformats.org/package/2006/relationships"><Relationship Id="rId9" Type="http://schemas.openxmlformats.org/officeDocument/2006/relationships/tags" Target="../tags/tag2833.xml"/><Relationship Id="rId8" Type="http://schemas.openxmlformats.org/officeDocument/2006/relationships/tags" Target="../tags/tag2832.xml"/><Relationship Id="rId7" Type="http://schemas.openxmlformats.org/officeDocument/2006/relationships/tags" Target="../tags/tag2831.xml"/><Relationship Id="rId6" Type="http://schemas.openxmlformats.org/officeDocument/2006/relationships/tags" Target="../tags/tag2830.xml"/><Relationship Id="rId5" Type="http://schemas.openxmlformats.org/officeDocument/2006/relationships/tags" Target="../tags/tag282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828.xml"/><Relationship Id="rId1" Type="http://schemas.openxmlformats.org/officeDocument/2006/relationships/slideMaster" Target="../slideMasters/slideMaster22.xml"/></Relationships>
</file>

<file path=ppt/slideLayouts/_rels/slideLayout374.xml.rels><?xml version="1.0" encoding="UTF-8" standalone="yes"?>
<Relationships xmlns="http://schemas.openxmlformats.org/package/2006/relationships"><Relationship Id="rId9" Type="http://schemas.openxmlformats.org/officeDocument/2006/relationships/tags" Target="../tags/tag2839.xml"/><Relationship Id="rId8" Type="http://schemas.openxmlformats.org/officeDocument/2006/relationships/tags" Target="../tags/tag2838.xml"/><Relationship Id="rId7" Type="http://schemas.openxmlformats.org/officeDocument/2006/relationships/tags" Target="../tags/tag2837.xml"/><Relationship Id="rId6" Type="http://schemas.openxmlformats.org/officeDocument/2006/relationships/tags" Target="../tags/tag2836.xml"/><Relationship Id="rId5" Type="http://schemas.openxmlformats.org/officeDocument/2006/relationships/tags" Target="../tags/tag283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834.xml"/><Relationship Id="rId1" Type="http://schemas.openxmlformats.org/officeDocument/2006/relationships/slideMaster" Target="../slideMasters/slideMaster22.xml"/></Relationships>
</file>

<file path=ppt/slideLayouts/_rels/slideLayout375.xml.rels><?xml version="1.0" encoding="UTF-8" standalone="yes"?>
<Relationships xmlns="http://schemas.openxmlformats.org/package/2006/relationships"><Relationship Id="rId9" Type="http://schemas.openxmlformats.org/officeDocument/2006/relationships/tags" Target="../tags/tag2845.xml"/><Relationship Id="rId8" Type="http://schemas.openxmlformats.org/officeDocument/2006/relationships/tags" Target="../tags/tag2844.xml"/><Relationship Id="rId7" Type="http://schemas.openxmlformats.org/officeDocument/2006/relationships/tags" Target="../tags/tag2843.xml"/><Relationship Id="rId6" Type="http://schemas.openxmlformats.org/officeDocument/2006/relationships/tags" Target="../tags/tag2842.xml"/><Relationship Id="rId5" Type="http://schemas.openxmlformats.org/officeDocument/2006/relationships/tags" Target="../tags/tag284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840.xml"/><Relationship Id="rId10" Type="http://schemas.openxmlformats.org/officeDocument/2006/relationships/tags" Target="../tags/tag2846.xml"/><Relationship Id="rId1" Type="http://schemas.openxmlformats.org/officeDocument/2006/relationships/slideMaster" Target="../slideMasters/slideMaster22.xml"/></Relationships>
</file>

<file path=ppt/slideLayouts/_rels/slideLayout376.xml.rels><?xml version="1.0" encoding="UTF-8" standalone="yes"?>
<Relationships xmlns="http://schemas.openxmlformats.org/package/2006/relationships"><Relationship Id="rId9" Type="http://schemas.openxmlformats.org/officeDocument/2006/relationships/tags" Target="../tags/tag2852.xml"/><Relationship Id="rId8" Type="http://schemas.openxmlformats.org/officeDocument/2006/relationships/tags" Target="../tags/tag2851.xml"/><Relationship Id="rId7" Type="http://schemas.openxmlformats.org/officeDocument/2006/relationships/tags" Target="../tags/tag2850.xml"/><Relationship Id="rId6" Type="http://schemas.openxmlformats.org/officeDocument/2006/relationships/tags" Target="../tags/tag2849.xml"/><Relationship Id="rId5" Type="http://schemas.openxmlformats.org/officeDocument/2006/relationships/tags" Target="../tags/tag284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847.xml"/><Relationship Id="rId12" Type="http://schemas.openxmlformats.org/officeDocument/2006/relationships/tags" Target="../tags/tag2855.xml"/><Relationship Id="rId11" Type="http://schemas.openxmlformats.org/officeDocument/2006/relationships/tags" Target="../tags/tag2854.xml"/><Relationship Id="rId10" Type="http://schemas.openxmlformats.org/officeDocument/2006/relationships/tags" Target="../tags/tag2853.xml"/><Relationship Id="rId1" Type="http://schemas.openxmlformats.org/officeDocument/2006/relationships/slideMaster" Target="../slideMasters/slideMaster22.xml"/></Relationships>
</file>

<file path=ppt/slideLayouts/_rels/slideLayout377.xml.rels><?xml version="1.0" encoding="UTF-8" standalone="yes"?>
<Relationships xmlns="http://schemas.openxmlformats.org/package/2006/relationships"><Relationship Id="rId9" Type="http://schemas.openxmlformats.org/officeDocument/2006/relationships/tags" Target="../tags/tag2861.xml"/><Relationship Id="rId8" Type="http://schemas.openxmlformats.org/officeDocument/2006/relationships/tags" Target="../tags/tag2860.xml"/><Relationship Id="rId7" Type="http://schemas.openxmlformats.org/officeDocument/2006/relationships/tags" Target="../tags/tag2859.xml"/><Relationship Id="rId6" Type="http://schemas.openxmlformats.org/officeDocument/2006/relationships/tags" Target="../tags/tag2858.xml"/><Relationship Id="rId5" Type="http://schemas.openxmlformats.org/officeDocument/2006/relationships/tags" Target="../tags/tag2857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856.xml"/><Relationship Id="rId1" Type="http://schemas.openxmlformats.org/officeDocument/2006/relationships/slideMaster" Target="../slideMasters/slideMaster22.xml"/></Relationships>
</file>

<file path=ppt/slideLayouts/_rels/slideLayout378.xml.rels><?xml version="1.0" encoding="UTF-8" standalone="yes"?>
<Relationships xmlns="http://schemas.openxmlformats.org/package/2006/relationships"><Relationship Id="rId4" Type="http://schemas.openxmlformats.org/officeDocument/2006/relationships/tags" Target="../tags/tag2864.xml"/><Relationship Id="rId3" Type="http://schemas.openxmlformats.org/officeDocument/2006/relationships/tags" Target="../tags/tag2863.xml"/><Relationship Id="rId2" Type="http://schemas.openxmlformats.org/officeDocument/2006/relationships/tags" Target="../tags/tag2862.xml"/><Relationship Id="rId1" Type="http://schemas.openxmlformats.org/officeDocument/2006/relationships/slideMaster" Target="../slideMasters/slideMaster22.xml"/></Relationships>
</file>

<file path=ppt/slideLayouts/_rels/slideLayout379.xml.rels><?xml version="1.0" encoding="UTF-8" standalone="yes"?>
<Relationships xmlns="http://schemas.openxmlformats.org/package/2006/relationships"><Relationship Id="rId9" Type="http://schemas.openxmlformats.org/officeDocument/2006/relationships/tags" Target="../tags/tag2868.xml"/><Relationship Id="rId8" Type="http://schemas.openxmlformats.org/officeDocument/2006/relationships/tags" Target="../tags/tag286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86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865.xml"/><Relationship Id="rId13" Type="http://schemas.openxmlformats.org/officeDocument/2006/relationships/tags" Target="../tags/tag2872.xml"/><Relationship Id="rId12" Type="http://schemas.openxmlformats.org/officeDocument/2006/relationships/tags" Target="../tags/tag2871.xml"/><Relationship Id="rId11" Type="http://schemas.openxmlformats.org/officeDocument/2006/relationships/tags" Target="../tags/tag2870.xml"/><Relationship Id="rId10" Type="http://schemas.openxmlformats.org/officeDocument/2006/relationships/tags" Target="../tags/tag2869.xml"/><Relationship Id="rId1" Type="http://schemas.openxmlformats.org/officeDocument/2006/relationships/slideMaster" Target="../slideMasters/slideMaster22.xml"/></Relationships>
</file>

<file path=ppt/slideLayouts/_rels/slideLayout380.xml.rels><?xml version="1.0" encoding="UTF-8" standalone="yes"?>
<Relationships xmlns="http://schemas.openxmlformats.org/package/2006/relationships"><Relationship Id="rId9" Type="http://schemas.openxmlformats.org/officeDocument/2006/relationships/tags" Target="../tags/tag2876.xml"/><Relationship Id="rId8" Type="http://schemas.openxmlformats.org/officeDocument/2006/relationships/tags" Target="../tags/tag287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87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873.xml"/><Relationship Id="rId12" Type="http://schemas.openxmlformats.org/officeDocument/2006/relationships/tags" Target="../tags/tag2879.xml"/><Relationship Id="rId11" Type="http://schemas.openxmlformats.org/officeDocument/2006/relationships/tags" Target="../tags/tag2878.xml"/><Relationship Id="rId10" Type="http://schemas.openxmlformats.org/officeDocument/2006/relationships/tags" Target="../tags/tag2877.xml"/><Relationship Id="rId1" Type="http://schemas.openxmlformats.org/officeDocument/2006/relationships/slideMaster" Target="../slideMasters/slideMaster22.xml"/></Relationships>
</file>

<file path=ppt/slideLayouts/_rels/slideLayout381.xml.rels><?xml version="1.0" encoding="UTF-8" standalone="yes"?>
<Relationships xmlns="http://schemas.openxmlformats.org/package/2006/relationships"><Relationship Id="rId9" Type="http://schemas.openxmlformats.org/officeDocument/2006/relationships/tags" Target="../tags/tag2883.xml"/><Relationship Id="rId8" Type="http://schemas.openxmlformats.org/officeDocument/2006/relationships/tags" Target="../tags/tag288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88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880.xml"/><Relationship Id="rId11" Type="http://schemas.openxmlformats.org/officeDocument/2006/relationships/tags" Target="../tags/tag2885.xml"/><Relationship Id="rId10" Type="http://schemas.openxmlformats.org/officeDocument/2006/relationships/tags" Target="../tags/tag2884.xml"/><Relationship Id="rId1" Type="http://schemas.openxmlformats.org/officeDocument/2006/relationships/slideMaster" Target="../slideMasters/slideMaster22.xml"/></Relationships>
</file>

<file path=ppt/slideLayouts/_rels/slideLayout382.xml.rels><?xml version="1.0" encoding="UTF-8" standalone="yes"?>
<Relationships xmlns="http://schemas.openxmlformats.org/package/2006/relationships"><Relationship Id="rId9" Type="http://schemas.openxmlformats.org/officeDocument/2006/relationships/tags" Target="../tags/tag2891.xml"/><Relationship Id="rId8" Type="http://schemas.openxmlformats.org/officeDocument/2006/relationships/tags" Target="../tags/tag2890.xml"/><Relationship Id="rId7" Type="http://schemas.openxmlformats.org/officeDocument/2006/relationships/tags" Target="../tags/tag2889.xml"/><Relationship Id="rId6" Type="http://schemas.openxmlformats.org/officeDocument/2006/relationships/tags" Target="../tags/tag2888.xml"/><Relationship Id="rId5" Type="http://schemas.openxmlformats.org/officeDocument/2006/relationships/tags" Target="../tags/tag288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886.xml"/><Relationship Id="rId14" Type="http://schemas.openxmlformats.org/officeDocument/2006/relationships/image" Target="../media/image12.svg"/><Relationship Id="rId13" Type="http://schemas.openxmlformats.org/officeDocument/2006/relationships/image" Target="../media/image8.png"/><Relationship Id="rId12" Type="http://schemas.openxmlformats.org/officeDocument/2006/relationships/tags" Target="../tags/tag2894.xml"/><Relationship Id="rId11" Type="http://schemas.openxmlformats.org/officeDocument/2006/relationships/tags" Target="../tags/tag2893.xml"/><Relationship Id="rId10" Type="http://schemas.openxmlformats.org/officeDocument/2006/relationships/tags" Target="../tags/tag2892.xml"/><Relationship Id="rId1" Type="http://schemas.openxmlformats.org/officeDocument/2006/relationships/slideMaster" Target="../slideMasters/slideMaster22.xml"/></Relationships>
</file>

<file path=ppt/slideLayouts/_rels/slideLayout383.xml.rels><?xml version="1.0" encoding="UTF-8" standalone="yes"?>
<Relationships xmlns="http://schemas.openxmlformats.org/package/2006/relationships"><Relationship Id="rId9" Type="http://schemas.openxmlformats.org/officeDocument/2006/relationships/tags" Target="../tags/tag2898.xml"/><Relationship Id="rId8" Type="http://schemas.openxmlformats.org/officeDocument/2006/relationships/tags" Target="../tags/tag289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89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895.xml"/><Relationship Id="rId11" Type="http://schemas.openxmlformats.org/officeDocument/2006/relationships/tags" Target="../tags/tag2900.xml"/><Relationship Id="rId10" Type="http://schemas.openxmlformats.org/officeDocument/2006/relationships/tags" Target="../tags/tag2899.xml"/><Relationship Id="rId1" Type="http://schemas.openxmlformats.org/officeDocument/2006/relationships/slideMaster" Target="../slideMasters/slideMaster22.xml"/></Relationships>
</file>

<file path=ppt/slideLayouts/_rels/slideLayout384.xml.rels><?xml version="1.0" encoding="UTF-8" standalone="yes"?>
<Relationships xmlns="http://schemas.openxmlformats.org/package/2006/relationships"><Relationship Id="rId9" Type="http://schemas.openxmlformats.org/officeDocument/2006/relationships/tags" Target="../tags/tag290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90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902.xml"/><Relationship Id="rId2" Type="http://schemas.openxmlformats.org/officeDocument/2006/relationships/tags" Target="../tags/tag2901.xml"/><Relationship Id="rId13" Type="http://schemas.openxmlformats.org/officeDocument/2006/relationships/tags" Target="../tags/tag2908.xml"/><Relationship Id="rId12" Type="http://schemas.openxmlformats.org/officeDocument/2006/relationships/tags" Target="../tags/tag2907.xml"/><Relationship Id="rId11" Type="http://schemas.openxmlformats.org/officeDocument/2006/relationships/tags" Target="../tags/tag2906.xml"/><Relationship Id="rId10" Type="http://schemas.openxmlformats.org/officeDocument/2006/relationships/tags" Target="../tags/tag2905.xml"/><Relationship Id="rId1" Type="http://schemas.openxmlformats.org/officeDocument/2006/relationships/slideMaster" Target="../slideMasters/slideMaster22.xml"/></Relationships>
</file>

<file path=ppt/slideLayouts/_rels/slideLayout385.xml.rels><?xml version="1.0" encoding="UTF-8" standalone="yes"?>
<Relationships xmlns="http://schemas.openxmlformats.org/package/2006/relationships"><Relationship Id="rId9" Type="http://schemas.openxmlformats.org/officeDocument/2006/relationships/tags" Target="../tags/tag2914.xml"/><Relationship Id="rId8" Type="http://schemas.openxmlformats.org/officeDocument/2006/relationships/tags" Target="../tags/tag2913.xml"/><Relationship Id="rId7" Type="http://schemas.openxmlformats.org/officeDocument/2006/relationships/tags" Target="../tags/tag2912.xml"/><Relationship Id="rId6" Type="http://schemas.openxmlformats.org/officeDocument/2006/relationships/tags" Target="../tags/tag291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910.xml"/><Relationship Id="rId2" Type="http://schemas.openxmlformats.org/officeDocument/2006/relationships/tags" Target="../tags/tag2909.xml"/><Relationship Id="rId13" Type="http://schemas.openxmlformats.org/officeDocument/2006/relationships/image" Target="../media/image12.svg"/><Relationship Id="rId12" Type="http://schemas.openxmlformats.org/officeDocument/2006/relationships/image" Target="../media/image8.png"/><Relationship Id="rId11" Type="http://schemas.openxmlformats.org/officeDocument/2006/relationships/tags" Target="../tags/tag2916.xml"/><Relationship Id="rId10" Type="http://schemas.openxmlformats.org/officeDocument/2006/relationships/tags" Target="../tags/tag2915.xml"/><Relationship Id="rId1" Type="http://schemas.openxmlformats.org/officeDocument/2006/relationships/slideMaster" Target="../slideMasters/slideMaster22.xml"/></Relationships>
</file>

<file path=ppt/slideLayouts/_rels/slideLayout386.xml.rels><?xml version="1.0" encoding="UTF-8" standalone="yes"?>
<Relationships xmlns="http://schemas.openxmlformats.org/package/2006/relationships"><Relationship Id="rId9" Type="http://schemas.openxmlformats.org/officeDocument/2006/relationships/tags" Target="../tags/tag292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91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918.xml"/><Relationship Id="rId2" Type="http://schemas.openxmlformats.org/officeDocument/2006/relationships/tags" Target="../tags/tag2917.xml"/><Relationship Id="rId16" Type="http://schemas.openxmlformats.org/officeDocument/2006/relationships/image" Target="../media/image12.svg"/><Relationship Id="rId15" Type="http://schemas.openxmlformats.org/officeDocument/2006/relationships/image" Target="../media/image8.png"/><Relationship Id="rId14" Type="http://schemas.openxmlformats.org/officeDocument/2006/relationships/tags" Target="../tags/tag2925.xml"/><Relationship Id="rId13" Type="http://schemas.openxmlformats.org/officeDocument/2006/relationships/tags" Target="../tags/tag2924.xml"/><Relationship Id="rId12" Type="http://schemas.openxmlformats.org/officeDocument/2006/relationships/tags" Target="../tags/tag2923.xml"/><Relationship Id="rId11" Type="http://schemas.openxmlformats.org/officeDocument/2006/relationships/tags" Target="../tags/tag2922.xml"/><Relationship Id="rId10" Type="http://schemas.openxmlformats.org/officeDocument/2006/relationships/tags" Target="../tags/tag2921.xml"/><Relationship Id="rId1" Type="http://schemas.openxmlformats.org/officeDocument/2006/relationships/slideMaster" Target="../slideMasters/slideMaster22.xml"/></Relationships>
</file>

<file path=ppt/slideLayouts/_rels/slideLayout387.xml.rels><?xml version="1.0" encoding="UTF-8" standalone="yes"?>
<Relationships xmlns="http://schemas.openxmlformats.org/package/2006/relationships"><Relationship Id="rId9" Type="http://schemas.openxmlformats.org/officeDocument/2006/relationships/tags" Target="../tags/tag292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92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927.xml"/><Relationship Id="rId2" Type="http://schemas.openxmlformats.org/officeDocument/2006/relationships/tags" Target="../tags/tag2926.xml"/><Relationship Id="rId14" Type="http://schemas.openxmlformats.org/officeDocument/2006/relationships/tags" Target="../tags/tag2934.xml"/><Relationship Id="rId13" Type="http://schemas.openxmlformats.org/officeDocument/2006/relationships/tags" Target="../tags/tag2933.xml"/><Relationship Id="rId12" Type="http://schemas.openxmlformats.org/officeDocument/2006/relationships/tags" Target="../tags/tag2932.xml"/><Relationship Id="rId11" Type="http://schemas.openxmlformats.org/officeDocument/2006/relationships/tags" Target="../tags/tag2931.xml"/><Relationship Id="rId10" Type="http://schemas.openxmlformats.org/officeDocument/2006/relationships/tags" Target="../tags/tag2930.xml"/><Relationship Id="rId1" Type="http://schemas.openxmlformats.org/officeDocument/2006/relationships/slideMaster" Target="../slideMasters/slideMaster22.xml"/></Relationships>
</file>

<file path=ppt/slideLayouts/_rels/slideLayout388.xml.rels><?xml version="1.0" encoding="UTF-8" standalone="yes"?>
<Relationships xmlns="http://schemas.openxmlformats.org/package/2006/relationships"><Relationship Id="rId9" Type="http://schemas.openxmlformats.org/officeDocument/2006/relationships/tags" Target="../tags/tag293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93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936.xml"/><Relationship Id="rId2" Type="http://schemas.openxmlformats.org/officeDocument/2006/relationships/tags" Target="../tags/tag2935.xml"/><Relationship Id="rId18" Type="http://schemas.openxmlformats.org/officeDocument/2006/relationships/image" Target="../media/image12.svg"/><Relationship Id="rId17" Type="http://schemas.openxmlformats.org/officeDocument/2006/relationships/image" Target="../media/image8.png"/><Relationship Id="rId16" Type="http://schemas.openxmlformats.org/officeDocument/2006/relationships/tags" Target="../tags/tag2945.xml"/><Relationship Id="rId15" Type="http://schemas.openxmlformats.org/officeDocument/2006/relationships/tags" Target="../tags/tag2944.xml"/><Relationship Id="rId14" Type="http://schemas.openxmlformats.org/officeDocument/2006/relationships/tags" Target="../tags/tag2943.xml"/><Relationship Id="rId13" Type="http://schemas.openxmlformats.org/officeDocument/2006/relationships/tags" Target="../tags/tag2942.xml"/><Relationship Id="rId12" Type="http://schemas.openxmlformats.org/officeDocument/2006/relationships/tags" Target="../tags/tag2941.xml"/><Relationship Id="rId11" Type="http://schemas.openxmlformats.org/officeDocument/2006/relationships/tags" Target="../tags/tag2940.xml"/><Relationship Id="rId10" Type="http://schemas.openxmlformats.org/officeDocument/2006/relationships/tags" Target="../tags/tag2939.xml"/><Relationship Id="rId1" Type="http://schemas.openxmlformats.org/officeDocument/2006/relationships/slideMaster" Target="../slideMasters/slideMaster22.xml"/></Relationships>
</file>

<file path=ppt/slideLayouts/_rels/slideLayout389.xml.rels><?xml version="1.0" encoding="UTF-8" standalone="yes"?>
<Relationships xmlns="http://schemas.openxmlformats.org/package/2006/relationships"><Relationship Id="rId9" Type="http://schemas.openxmlformats.org/officeDocument/2006/relationships/tags" Target="../tags/tag294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94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947.xml"/><Relationship Id="rId2" Type="http://schemas.openxmlformats.org/officeDocument/2006/relationships/tags" Target="../tags/tag2946.xml"/><Relationship Id="rId13" Type="http://schemas.openxmlformats.org/officeDocument/2006/relationships/tags" Target="../tags/tag2953.xml"/><Relationship Id="rId12" Type="http://schemas.openxmlformats.org/officeDocument/2006/relationships/tags" Target="../tags/tag2952.xml"/><Relationship Id="rId11" Type="http://schemas.openxmlformats.org/officeDocument/2006/relationships/tags" Target="../tags/tag2951.xml"/><Relationship Id="rId10" Type="http://schemas.openxmlformats.org/officeDocument/2006/relationships/tags" Target="../tags/tag2950.xml"/><Relationship Id="rId1" Type="http://schemas.openxmlformats.org/officeDocument/2006/relationships/slideMaster" Target="../slideMasters/slideMaster22.xml"/></Relationships>
</file>

<file path=ppt/slideLayouts/_rels/slideLayout390.xml.rels><?xml version="1.0" encoding="UTF-8" standalone="yes"?>
<Relationships xmlns="http://schemas.openxmlformats.org/package/2006/relationships"><Relationship Id="rId9" Type="http://schemas.openxmlformats.org/officeDocument/2006/relationships/tags" Target="../tags/tag2965.xml"/><Relationship Id="rId8" Type="http://schemas.openxmlformats.org/officeDocument/2006/relationships/tags" Target="../tags/tag2964.xml"/><Relationship Id="rId7" Type="http://schemas.openxmlformats.org/officeDocument/2006/relationships/tags" Target="../tags/tag2963.xml"/><Relationship Id="rId6" Type="http://schemas.openxmlformats.org/officeDocument/2006/relationships/tags" Target="../tags/tag2962.xml"/><Relationship Id="rId5" Type="http://schemas.openxmlformats.org/officeDocument/2006/relationships/tags" Target="../tags/tag296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960.xml"/><Relationship Id="rId1" Type="http://schemas.openxmlformats.org/officeDocument/2006/relationships/slideMaster" Target="../slideMasters/slideMaster23.xml"/></Relationships>
</file>

<file path=ppt/slideLayouts/_rels/slideLayout391.xml.rels><?xml version="1.0" encoding="UTF-8" standalone="yes"?>
<Relationships xmlns="http://schemas.openxmlformats.org/package/2006/relationships"><Relationship Id="rId9" Type="http://schemas.openxmlformats.org/officeDocument/2006/relationships/tags" Target="../tags/tag2971.xml"/><Relationship Id="rId8" Type="http://schemas.openxmlformats.org/officeDocument/2006/relationships/tags" Target="../tags/tag2970.xml"/><Relationship Id="rId7" Type="http://schemas.openxmlformats.org/officeDocument/2006/relationships/tags" Target="../tags/tag2969.xml"/><Relationship Id="rId6" Type="http://schemas.openxmlformats.org/officeDocument/2006/relationships/tags" Target="../tags/tag2968.xml"/><Relationship Id="rId5" Type="http://schemas.openxmlformats.org/officeDocument/2006/relationships/tags" Target="../tags/tag296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966.xml"/><Relationship Id="rId1" Type="http://schemas.openxmlformats.org/officeDocument/2006/relationships/slideMaster" Target="../slideMasters/slideMaster23.xml"/></Relationships>
</file>

<file path=ppt/slideLayouts/_rels/slideLayout392.xml.rels><?xml version="1.0" encoding="UTF-8" standalone="yes"?>
<Relationships xmlns="http://schemas.openxmlformats.org/package/2006/relationships"><Relationship Id="rId9" Type="http://schemas.openxmlformats.org/officeDocument/2006/relationships/tags" Target="../tags/tag2977.xml"/><Relationship Id="rId8" Type="http://schemas.openxmlformats.org/officeDocument/2006/relationships/tags" Target="../tags/tag2976.xml"/><Relationship Id="rId7" Type="http://schemas.openxmlformats.org/officeDocument/2006/relationships/tags" Target="../tags/tag2975.xml"/><Relationship Id="rId6" Type="http://schemas.openxmlformats.org/officeDocument/2006/relationships/tags" Target="../tags/tag2974.xml"/><Relationship Id="rId5" Type="http://schemas.openxmlformats.org/officeDocument/2006/relationships/tags" Target="../tags/tag2973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972.xml"/><Relationship Id="rId1" Type="http://schemas.openxmlformats.org/officeDocument/2006/relationships/slideMaster" Target="../slideMasters/slideMaster23.xml"/></Relationships>
</file>

<file path=ppt/slideLayouts/_rels/slideLayout393.xml.rels><?xml version="1.0" encoding="UTF-8" standalone="yes"?>
<Relationships xmlns="http://schemas.openxmlformats.org/package/2006/relationships"><Relationship Id="rId9" Type="http://schemas.openxmlformats.org/officeDocument/2006/relationships/tags" Target="../tags/tag2983.xml"/><Relationship Id="rId8" Type="http://schemas.openxmlformats.org/officeDocument/2006/relationships/tags" Target="../tags/tag2982.xml"/><Relationship Id="rId7" Type="http://schemas.openxmlformats.org/officeDocument/2006/relationships/tags" Target="../tags/tag2981.xml"/><Relationship Id="rId6" Type="http://schemas.openxmlformats.org/officeDocument/2006/relationships/tags" Target="../tags/tag2980.xml"/><Relationship Id="rId5" Type="http://schemas.openxmlformats.org/officeDocument/2006/relationships/tags" Target="../tags/tag297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978.xml"/><Relationship Id="rId10" Type="http://schemas.openxmlformats.org/officeDocument/2006/relationships/tags" Target="../tags/tag2984.xml"/><Relationship Id="rId1" Type="http://schemas.openxmlformats.org/officeDocument/2006/relationships/slideMaster" Target="../slideMasters/slideMaster23.xml"/></Relationships>
</file>

<file path=ppt/slideLayouts/_rels/slideLayout394.xml.rels><?xml version="1.0" encoding="UTF-8" standalone="yes"?>
<Relationships xmlns="http://schemas.openxmlformats.org/package/2006/relationships"><Relationship Id="rId9" Type="http://schemas.openxmlformats.org/officeDocument/2006/relationships/tags" Target="../tags/tag2990.xml"/><Relationship Id="rId8" Type="http://schemas.openxmlformats.org/officeDocument/2006/relationships/tags" Target="../tags/tag2989.xml"/><Relationship Id="rId7" Type="http://schemas.openxmlformats.org/officeDocument/2006/relationships/tags" Target="../tags/tag2988.xml"/><Relationship Id="rId6" Type="http://schemas.openxmlformats.org/officeDocument/2006/relationships/tags" Target="../tags/tag2987.xml"/><Relationship Id="rId5" Type="http://schemas.openxmlformats.org/officeDocument/2006/relationships/tags" Target="../tags/tag298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985.xml"/><Relationship Id="rId12" Type="http://schemas.openxmlformats.org/officeDocument/2006/relationships/tags" Target="../tags/tag2993.xml"/><Relationship Id="rId11" Type="http://schemas.openxmlformats.org/officeDocument/2006/relationships/tags" Target="../tags/tag2992.xml"/><Relationship Id="rId10" Type="http://schemas.openxmlformats.org/officeDocument/2006/relationships/tags" Target="../tags/tag2991.xml"/><Relationship Id="rId1" Type="http://schemas.openxmlformats.org/officeDocument/2006/relationships/slideMaster" Target="../slideMasters/slideMaster23.xml"/></Relationships>
</file>

<file path=ppt/slideLayouts/_rels/slideLayout395.xml.rels><?xml version="1.0" encoding="UTF-8" standalone="yes"?>
<Relationships xmlns="http://schemas.openxmlformats.org/package/2006/relationships"><Relationship Id="rId9" Type="http://schemas.openxmlformats.org/officeDocument/2006/relationships/tags" Target="../tags/tag2999.xml"/><Relationship Id="rId8" Type="http://schemas.openxmlformats.org/officeDocument/2006/relationships/tags" Target="../tags/tag2998.xml"/><Relationship Id="rId7" Type="http://schemas.openxmlformats.org/officeDocument/2006/relationships/tags" Target="../tags/tag2997.xml"/><Relationship Id="rId6" Type="http://schemas.openxmlformats.org/officeDocument/2006/relationships/tags" Target="../tags/tag2996.xml"/><Relationship Id="rId5" Type="http://schemas.openxmlformats.org/officeDocument/2006/relationships/tags" Target="../tags/tag2995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994.xml"/><Relationship Id="rId1" Type="http://schemas.openxmlformats.org/officeDocument/2006/relationships/slideMaster" Target="../slideMasters/slideMaster23.xml"/></Relationships>
</file>

<file path=ppt/slideLayouts/_rels/slideLayout396.xml.rels><?xml version="1.0" encoding="UTF-8" standalone="yes"?>
<Relationships xmlns="http://schemas.openxmlformats.org/package/2006/relationships"><Relationship Id="rId4" Type="http://schemas.openxmlformats.org/officeDocument/2006/relationships/tags" Target="../tags/tag3002.xml"/><Relationship Id="rId3" Type="http://schemas.openxmlformats.org/officeDocument/2006/relationships/tags" Target="../tags/tag3001.xml"/><Relationship Id="rId2" Type="http://schemas.openxmlformats.org/officeDocument/2006/relationships/tags" Target="../tags/tag3000.xml"/><Relationship Id="rId1" Type="http://schemas.openxmlformats.org/officeDocument/2006/relationships/slideMaster" Target="../slideMasters/slideMaster23.xml"/></Relationships>
</file>

<file path=ppt/slideLayouts/_rels/slideLayout397.xml.rels><?xml version="1.0" encoding="UTF-8" standalone="yes"?>
<Relationships xmlns="http://schemas.openxmlformats.org/package/2006/relationships"><Relationship Id="rId9" Type="http://schemas.openxmlformats.org/officeDocument/2006/relationships/tags" Target="../tags/tag3006.xml"/><Relationship Id="rId8" Type="http://schemas.openxmlformats.org/officeDocument/2006/relationships/tags" Target="../tags/tag300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00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003.xml"/><Relationship Id="rId13" Type="http://schemas.openxmlformats.org/officeDocument/2006/relationships/tags" Target="../tags/tag3010.xml"/><Relationship Id="rId12" Type="http://schemas.openxmlformats.org/officeDocument/2006/relationships/tags" Target="../tags/tag3009.xml"/><Relationship Id="rId11" Type="http://schemas.openxmlformats.org/officeDocument/2006/relationships/tags" Target="../tags/tag3008.xml"/><Relationship Id="rId10" Type="http://schemas.openxmlformats.org/officeDocument/2006/relationships/tags" Target="../tags/tag3007.xml"/><Relationship Id="rId1" Type="http://schemas.openxmlformats.org/officeDocument/2006/relationships/slideMaster" Target="../slideMasters/slideMaster23.xml"/></Relationships>
</file>

<file path=ppt/slideLayouts/_rels/slideLayout398.xml.rels><?xml version="1.0" encoding="UTF-8" standalone="yes"?>
<Relationships xmlns="http://schemas.openxmlformats.org/package/2006/relationships"><Relationship Id="rId9" Type="http://schemas.openxmlformats.org/officeDocument/2006/relationships/tags" Target="../tags/tag3014.xml"/><Relationship Id="rId8" Type="http://schemas.openxmlformats.org/officeDocument/2006/relationships/tags" Target="../tags/tag301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01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011.xml"/><Relationship Id="rId12" Type="http://schemas.openxmlformats.org/officeDocument/2006/relationships/tags" Target="../tags/tag3017.xml"/><Relationship Id="rId11" Type="http://schemas.openxmlformats.org/officeDocument/2006/relationships/tags" Target="../tags/tag3016.xml"/><Relationship Id="rId10" Type="http://schemas.openxmlformats.org/officeDocument/2006/relationships/tags" Target="../tags/tag3015.xml"/><Relationship Id="rId1" Type="http://schemas.openxmlformats.org/officeDocument/2006/relationships/slideMaster" Target="../slideMasters/slideMaster23.xml"/></Relationships>
</file>

<file path=ppt/slideLayouts/_rels/slideLayout399.xml.rels><?xml version="1.0" encoding="UTF-8" standalone="yes"?>
<Relationships xmlns="http://schemas.openxmlformats.org/package/2006/relationships"><Relationship Id="rId9" Type="http://schemas.openxmlformats.org/officeDocument/2006/relationships/tags" Target="../tags/tag3021.xml"/><Relationship Id="rId8" Type="http://schemas.openxmlformats.org/officeDocument/2006/relationships/tags" Target="../tags/tag302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01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018.xml"/><Relationship Id="rId11" Type="http://schemas.openxmlformats.org/officeDocument/2006/relationships/tags" Target="../tags/tag3023.xml"/><Relationship Id="rId10" Type="http://schemas.openxmlformats.org/officeDocument/2006/relationships/tags" Target="../tags/tag3022.xml"/><Relationship Id="rId1" Type="http://schemas.openxmlformats.org/officeDocument/2006/relationships/slideMaster" Target="../slideMasters/slideMaster23.xml"/></Relationships>
</file>

<file path=ppt/slideLayouts/_rels/slideLayout400.xml.rels><?xml version="1.0" encoding="UTF-8" standalone="yes"?>
<Relationships xmlns="http://schemas.openxmlformats.org/package/2006/relationships"><Relationship Id="rId9" Type="http://schemas.openxmlformats.org/officeDocument/2006/relationships/tags" Target="../tags/tag3029.xml"/><Relationship Id="rId8" Type="http://schemas.openxmlformats.org/officeDocument/2006/relationships/tags" Target="../tags/tag3028.xml"/><Relationship Id="rId7" Type="http://schemas.openxmlformats.org/officeDocument/2006/relationships/tags" Target="../tags/tag3027.xml"/><Relationship Id="rId6" Type="http://schemas.openxmlformats.org/officeDocument/2006/relationships/tags" Target="../tags/tag3026.xml"/><Relationship Id="rId5" Type="http://schemas.openxmlformats.org/officeDocument/2006/relationships/tags" Target="../tags/tag302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3024.xml"/><Relationship Id="rId14" Type="http://schemas.openxmlformats.org/officeDocument/2006/relationships/image" Target="../media/image10.svg"/><Relationship Id="rId13" Type="http://schemas.openxmlformats.org/officeDocument/2006/relationships/image" Target="../media/image8.png"/><Relationship Id="rId12" Type="http://schemas.openxmlformats.org/officeDocument/2006/relationships/tags" Target="../tags/tag3032.xml"/><Relationship Id="rId11" Type="http://schemas.openxmlformats.org/officeDocument/2006/relationships/tags" Target="../tags/tag3031.xml"/><Relationship Id="rId10" Type="http://schemas.openxmlformats.org/officeDocument/2006/relationships/tags" Target="../tags/tag3030.xml"/><Relationship Id="rId1" Type="http://schemas.openxmlformats.org/officeDocument/2006/relationships/slideMaster" Target="../slideMasters/slideMaster23.xml"/></Relationships>
</file>

<file path=ppt/slideLayouts/_rels/slideLayout401.xml.rels><?xml version="1.0" encoding="UTF-8" standalone="yes"?>
<Relationships xmlns="http://schemas.openxmlformats.org/package/2006/relationships"><Relationship Id="rId9" Type="http://schemas.openxmlformats.org/officeDocument/2006/relationships/tags" Target="../tags/tag3036.xml"/><Relationship Id="rId8" Type="http://schemas.openxmlformats.org/officeDocument/2006/relationships/tags" Target="../tags/tag303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03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033.xml"/><Relationship Id="rId11" Type="http://schemas.openxmlformats.org/officeDocument/2006/relationships/tags" Target="../tags/tag3038.xml"/><Relationship Id="rId10" Type="http://schemas.openxmlformats.org/officeDocument/2006/relationships/tags" Target="../tags/tag3037.xml"/><Relationship Id="rId1" Type="http://schemas.openxmlformats.org/officeDocument/2006/relationships/slideMaster" Target="../slideMasters/slideMaster23.xml"/></Relationships>
</file>

<file path=ppt/slideLayouts/_rels/slideLayout402.xml.rels><?xml version="1.0" encoding="UTF-8" standalone="yes"?>
<Relationships xmlns="http://schemas.openxmlformats.org/package/2006/relationships"><Relationship Id="rId9" Type="http://schemas.openxmlformats.org/officeDocument/2006/relationships/tags" Target="../tags/tag304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04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040.xml"/><Relationship Id="rId2" Type="http://schemas.openxmlformats.org/officeDocument/2006/relationships/tags" Target="../tags/tag3039.xml"/><Relationship Id="rId13" Type="http://schemas.openxmlformats.org/officeDocument/2006/relationships/tags" Target="../tags/tag3046.xml"/><Relationship Id="rId12" Type="http://schemas.openxmlformats.org/officeDocument/2006/relationships/tags" Target="../tags/tag3045.xml"/><Relationship Id="rId11" Type="http://schemas.openxmlformats.org/officeDocument/2006/relationships/tags" Target="../tags/tag3044.xml"/><Relationship Id="rId10" Type="http://schemas.openxmlformats.org/officeDocument/2006/relationships/tags" Target="../tags/tag3043.xml"/><Relationship Id="rId1" Type="http://schemas.openxmlformats.org/officeDocument/2006/relationships/slideMaster" Target="../slideMasters/slideMaster23.xml"/></Relationships>
</file>

<file path=ppt/slideLayouts/_rels/slideLayout403.xml.rels><?xml version="1.0" encoding="UTF-8" standalone="yes"?>
<Relationships xmlns="http://schemas.openxmlformats.org/package/2006/relationships"><Relationship Id="rId9" Type="http://schemas.openxmlformats.org/officeDocument/2006/relationships/tags" Target="../tags/tag3052.xml"/><Relationship Id="rId8" Type="http://schemas.openxmlformats.org/officeDocument/2006/relationships/tags" Target="../tags/tag3051.xml"/><Relationship Id="rId7" Type="http://schemas.openxmlformats.org/officeDocument/2006/relationships/tags" Target="../tags/tag3050.xml"/><Relationship Id="rId6" Type="http://schemas.openxmlformats.org/officeDocument/2006/relationships/tags" Target="../tags/tag304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048.xml"/><Relationship Id="rId2" Type="http://schemas.openxmlformats.org/officeDocument/2006/relationships/tags" Target="../tags/tag3047.xml"/><Relationship Id="rId13" Type="http://schemas.openxmlformats.org/officeDocument/2006/relationships/image" Target="../media/image10.svg"/><Relationship Id="rId12" Type="http://schemas.openxmlformats.org/officeDocument/2006/relationships/image" Target="../media/image8.png"/><Relationship Id="rId11" Type="http://schemas.openxmlformats.org/officeDocument/2006/relationships/tags" Target="../tags/tag3054.xml"/><Relationship Id="rId10" Type="http://schemas.openxmlformats.org/officeDocument/2006/relationships/tags" Target="../tags/tag3053.xml"/><Relationship Id="rId1" Type="http://schemas.openxmlformats.org/officeDocument/2006/relationships/slideMaster" Target="../slideMasters/slideMaster23.xml"/></Relationships>
</file>

<file path=ppt/slideLayouts/_rels/slideLayout404.xml.rels><?xml version="1.0" encoding="UTF-8" standalone="yes"?>
<Relationships xmlns="http://schemas.openxmlformats.org/package/2006/relationships"><Relationship Id="rId9" Type="http://schemas.openxmlformats.org/officeDocument/2006/relationships/tags" Target="../tags/tag305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05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056.xml"/><Relationship Id="rId2" Type="http://schemas.openxmlformats.org/officeDocument/2006/relationships/tags" Target="../tags/tag3055.xml"/><Relationship Id="rId16" Type="http://schemas.openxmlformats.org/officeDocument/2006/relationships/image" Target="../media/image10.svg"/><Relationship Id="rId15" Type="http://schemas.openxmlformats.org/officeDocument/2006/relationships/image" Target="../media/image8.png"/><Relationship Id="rId14" Type="http://schemas.openxmlformats.org/officeDocument/2006/relationships/tags" Target="../tags/tag3063.xml"/><Relationship Id="rId13" Type="http://schemas.openxmlformats.org/officeDocument/2006/relationships/tags" Target="../tags/tag3062.xml"/><Relationship Id="rId12" Type="http://schemas.openxmlformats.org/officeDocument/2006/relationships/tags" Target="../tags/tag3061.xml"/><Relationship Id="rId11" Type="http://schemas.openxmlformats.org/officeDocument/2006/relationships/tags" Target="../tags/tag3060.xml"/><Relationship Id="rId10" Type="http://schemas.openxmlformats.org/officeDocument/2006/relationships/tags" Target="../tags/tag3059.xml"/><Relationship Id="rId1" Type="http://schemas.openxmlformats.org/officeDocument/2006/relationships/slideMaster" Target="../slideMasters/slideMaster23.xml"/></Relationships>
</file>

<file path=ppt/slideLayouts/_rels/slideLayout405.xml.rels><?xml version="1.0" encoding="UTF-8" standalone="yes"?>
<Relationships xmlns="http://schemas.openxmlformats.org/package/2006/relationships"><Relationship Id="rId9" Type="http://schemas.openxmlformats.org/officeDocument/2006/relationships/tags" Target="../tags/tag306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06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065.xml"/><Relationship Id="rId2" Type="http://schemas.openxmlformats.org/officeDocument/2006/relationships/tags" Target="../tags/tag3064.xml"/><Relationship Id="rId14" Type="http://schemas.openxmlformats.org/officeDocument/2006/relationships/tags" Target="../tags/tag3072.xml"/><Relationship Id="rId13" Type="http://schemas.openxmlformats.org/officeDocument/2006/relationships/tags" Target="../tags/tag3071.xml"/><Relationship Id="rId12" Type="http://schemas.openxmlformats.org/officeDocument/2006/relationships/tags" Target="../tags/tag3070.xml"/><Relationship Id="rId11" Type="http://schemas.openxmlformats.org/officeDocument/2006/relationships/tags" Target="../tags/tag3069.xml"/><Relationship Id="rId10" Type="http://schemas.openxmlformats.org/officeDocument/2006/relationships/tags" Target="../tags/tag3068.xml"/><Relationship Id="rId1" Type="http://schemas.openxmlformats.org/officeDocument/2006/relationships/slideMaster" Target="../slideMasters/slideMaster23.xml"/></Relationships>
</file>

<file path=ppt/slideLayouts/_rels/slideLayout406.xml.rels><?xml version="1.0" encoding="UTF-8" standalone="yes"?>
<Relationships xmlns="http://schemas.openxmlformats.org/package/2006/relationships"><Relationship Id="rId9" Type="http://schemas.openxmlformats.org/officeDocument/2006/relationships/tags" Target="../tags/tag307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07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074.xml"/><Relationship Id="rId2" Type="http://schemas.openxmlformats.org/officeDocument/2006/relationships/tags" Target="../tags/tag3073.xml"/><Relationship Id="rId18" Type="http://schemas.openxmlformats.org/officeDocument/2006/relationships/image" Target="../media/image10.svg"/><Relationship Id="rId17" Type="http://schemas.openxmlformats.org/officeDocument/2006/relationships/image" Target="../media/image8.png"/><Relationship Id="rId16" Type="http://schemas.openxmlformats.org/officeDocument/2006/relationships/tags" Target="../tags/tag3083.xml"/><Relationship Id="rId15" Type="http://schemas.openxmlformats.org/officeDocument/2006/relationships/tags" Target="../tags/tag3082.xml"/><Relationship Id="rId14" Type="http://schemas.openxmlformats.org/officeDocument/2006/relationships/tags" Target="../tags/tag3081.xml"/><Relationship Id="rId13" Type="http://schemas.openxmlformats.org/officeDocument/2006/relationships/tags" Target="../tags/tag3080.xml"/><Relationship Id="rId12" Type="http://schemas.openxmlformats.org/officeDocument/2006/relationships/tags" Target="../tags/tag3079.xml"/><Relationship Id="rId11" Type="http://schemas.openxmlformats.org/officeDocument/2006/relationships/tags" Target="../tags/tag3078.xml"/><Relationship Id="rId10" Type="http://schemas.openxmlformats.org/officeDocument/2006/relationships/tags" Target="../tags/tag3077.xml"/><Relationship Id="rId1" Type="http://schemas.openxmlformats.org/officeDocument/2006/relationships/slideMaster" Target="../slideMasters/slideMaster23.xml"/></Relationships>
</file>

<file path=ppt/slideLayouts/_rels/slideLayout407.xml.rels><?xml version="1.0" encoding="UTF-8" standalone="yes"?>
<Relationships xmlns="http://schemas.openxmlformats.org/package/2006/relationships"><Relationship Id="rId9" Type="http://schemas.openxmlformats.org/officeDocument/2006/relationships/tags" Target="../tags/tag308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08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085.xml"/><Relationship Id="rId2" Type="http://schemas.openxmlformats.org/officeDocument/2006/relationships/tags" Target="../tags/tag3084.xml"/><Relationship Id="rId13" Type="http://schemas.openxmlformats.org/officeDocument/2006/relationships/tags" Target="../tags/tag3091.xml"/><Relationship Id="rId12" Type="http://schemas.openxmlformats.org/officeDocument/2006/relationships/tags" Target="../tags/tag3090.xml"/><Relationship Id="rId11" Type="http://schemas.openxmlformats.org/officeDocument/2006/relationships/tags" Target="../tags/tag3089.xml"/><Relationship Id="rId10" Type="http://schemas.openxmlformats.org/officeDocument/2006/relationships/tags" Target="../tags/tag3088.xml"/><Relationship Id="rId1" Type="http://schemas.openxmlformats.org/officeDocument/2006/relationships/slideMaster" Target="../slideMasters/slideMaster23.xml"/></Relationships>
</file>

<file path=ppt/slideLayouts/_rels/slideLayout408.xml.rels><?xml version="1.0" encoding="UTF-8" standalone="yes"?>
<Relationships xmlns="http://schemas.openxmlformats.org/package/2006/relationships"><Relationship Id="rId9" Type="http://schemas.openxmlformats.org/officeDocument/2006/relationships/tags" Target="../tags/tag3103.xml"/><Relationship Id="rId8" Type="http://schemas.openxmlformats.org/officeDocument/2006/relationships/tags" Target="../tags/tag3102.xml"/><Relationship Id="rId7" Type="http://schemas.openxmlformats.org/officeDocument/2006/relationships/tags" Target="../tags/tag3101.xml"/><Relationship Id="rId6" Type="http://schemas.openxmlformats.org/officeDocument/2006/relationships/tags" Target="../tags/tag3100.xml"/><Relationship Id="rId5" Type="http://schemas.openxmlformats.org/officeDocument/2006/relationships/tags" Target="../tags/tag309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3098.xml"/><Relationship Id="rId1" Type="http://schemas.openxmlformats.org/officeDocument/2006/relationships/slideMaster" Target="../slideMasters/slideMaster24.xml"/></Relationships>
</file>

<file path=ppt/slideLayouts/_rels/slideLayout409.xml.rels><?xml version="1.0" encoding="UTF-8" standalone="yes"?>
<Relationships xmlns="http://schemas.openxmlformats.org/package/2006/relationships"><Relationship Id="rId9" Type="http://schemas.openxmlformats.org/officeDocument/2006/relationships/tags" Target="../tags/tag3109.xml"/><Relationship Id="rId8" Type="http://schemas.openxmlformats.org/officeDocument/2006/relationships/tags" Target="../tags/tag3108.xml"/><Relationship Id="rId7" Type="http://schemas.openxmlformats.org/officeDocument/2006/relationships/tags" Target="../tags/tag3107.xml"/><Relationship Id="rId6" Type="http://schemas.openxmlformats.org/officeDocument/2006/relationships/tags" Target="../tags/tag3106.xml"/><Relationship Id="rId5" Type="http://schemas.openxmlformats.org/officeDocument/2006/relationships/tags" Target="../tags/tag310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104.xml"/><Relationship Id="rId1" Type="http://schemas.openxmlformats.org/officeDocument/2006/relationships/slideMaster" Target="../slideMasters/slideMaster24.xml"/></Relationships>
</file>

<file path=ppt/slideLayouts/_rels/slideLayout410.xml.rels><?xml version="1.0" encoding="UTF-8" standalone="yes"?>
<Relationships xmlns="http://schemas.openxmlformats.org/package/2006/relationships"><Relationship Id="rId9" Type="http://schemas.openxmlformats.org/officeDocument/2006/relationships/tags" Target="../tags/tag3115.xml"/><Relationship Id="rId8" Type="http://schemas.openxmlformats.org/officeDocument/2006/relationships/tags" Target="../tags/tag3114.xml"/><Relationship Id="rId7" Type="http://schemas.openxmlformats.org/officeDocument/2006/relationships/tags" Target="../tags/tag3113.xml"/><Relationship Id="rId6" Type="http://schemas.openxmlformats.org/officeDocument/2006/relationships/tags" Target="../tags/tag3112.xml"/><Relationship Id="rId5" Type="http://schemas.openxmlformats.org/officeDocument/2006/relationships/tags" Target="../tags/tag3111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110.xml"/><Relationship Id="rId1" Type="http://schemas.openxmlformats.org/officeDocument/2006/relationships/slideMaster" Target="../slideMasters/slideMaster24.xml"/></Relationships>
</file>

<file path=ppt/slideLayouts/_rels/slideLayout411.xml.rels><?xml version="1.0" encoding="UTF-8" standalone="yes"?>
<Relationships xmlns="http://schemas.openxmlformats.org/package/2006/relationships"><Relationship Id="rId9" Type="http://schemas.openxmlformats.org/officeDocument/2006/relationships/tags" Target="../tags/tag3121.xml"/><Relationship Id="rId8" Type="http://schemas.openxmlformats.org/officeDocument/2006/relationships/tags" Target="../tags/tag3120.xml"/><Relationship Id="rId7" Type="http://schemas.openxmlformats.org/officeDocument/2006/relationships/tags" Target="../tags/tag3119.xml"/><Relationship Id="rId6" Type="http://schemas.openxmlformats.org/officeDocument/2006/relationships/tags" Target="../tags/tag3118.xml"/><Relationship Id="rId5" Type="http://schemas.openxmlformats.org/officeDocument/2006/relationships/tags" Target="../tags/tag311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116.xml"/><Relationship Id="rId10" Type="http://schemas.openxmlformats.org/officeDocument/2006/relationships/tags" Target="../tags/tag3122.xml"/><Relationship Id="rId1" Type="http://schemas.openxmlformats.org/officeDocument/2006/relationships/slideMaster" Target="../slideMasters/slideMaster24.xml"/></Relationships>
</file>

<file path=ppt/slideLayouts/_rels/slideLayout412.xml.rels><?xml version="1.0" encoding="UTF-8" standalone="yes"?>
<Relationships xmlns="http://schemas.openxmlformats.org/package/2006/relationships"><Relationship Id="rId9" Type="http://schemas.openxmlformats.org/officeDocument/2006/relationships/tags" Target="../tags/tag3128.xml"/><Relationship Id="rId8" Type="http://schemas.openxmlformats.org/officeDocument/2006/relationships/tags" Target="../tags/tag3127.xml"/><Relationship Id="rId7" Type="http://schemas.openxmlformats.org/officeDocument/2006/relationships/tags" Target="../tags/tag3126.xml"/><Relationship Id="rId6" Type="http://schemas.openxmlformats.org/officeDocument/2006/relationships/tags" Target="../tags/tag3125.xml"/><Relationship Id="rId5" Type="http://schemas.openxmlformats.org/officeDocument/2006/relationships/tags" Target="../tags/tag312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123.xml"/><Relationship Id="rId12" Type="http://schemas.openxmlformats.org/officeDocument/2006/relationships/tags" Target="../tags/tag3131.xml"/><Relationship Id="rId11" Type="http://schemas.openxmlformats.org/officeDocument/2006/relationships/tags" Target="../tags/tag3130.xml"/><Relationship Id="rId10" Type="http://schemas.openxmlformats.org/officeDocument/2006/relationships/tags" Target="../tags/tag3129.xml"/><Relationship Id="rId1" Type="http://schemas.openxmlformats.org/officeDocument/2006/relationships/slideMaster" Target="../slideMasters/slideMaster24.xml"/></Relationships>
</file>

<file path=ppt/slideLayouts/_rels/slideLayout413.xml.rels><?xml version="1.0" encoding="UTF-8" standalone="yes"?>
<Relationships xmlns="http://schemas.openxmlformats.org/package/2006/relationships"><Relationship Id="rId9" Type="http://schemas.openxmlformats.org/officeDocument/2006/relationships/tags" Target="../tags/tag3137.xml"/><Relationship Id="rId8" Type="http://schemas.openxmlformats.org/officeDocument/2006/relationships/tags" Target="../tags/tag3136.xml"/><Relationship Id="rId7" Type="http://schemas.openxmlformats.org/officeDocument/2006/relationships/tags" Target="../tags/tag3135.xml"/><Relationship Id="rId6" Type="http://schemas.openxmlformats.org/officeDocument/2006/relationships/tags" Target="../tags/tag3134.xml"/><Relationship Id="rId5" Type="http://schemas.openxmlformats.org/officeDocument/2006/relationships/tags" Target="../tags/tag3133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3132.xml"/><Relationship Id="rId1" Type="http://schemas.openxmlformats.org/officeDocument/2006/relationships/slideMaster" Target="../slideMasters/slideMaster24.xml"/></Relationships>
</file>

<file path=ppt/slideLayouts/_rels/slideLayout414.xml.rels><?xml version="1.0" encoding="UTF-8" standalone="yes"?>
<Relationships xmlns="http://schemas.openxmlformats.org/package/2006/relationships"><Relationship Id="rId4" Type="http://schemas.openxmlformats.org/officeDocument/2006/relationships/tags" Target="../tags/tag3140.xml"/><Relationship Id="rId3" Type="http://schemas.openxmlformats.org/officeDocument/2006/relationships/tags" Target="../tags/tag3139.xml"/><Relationship Id="rId2" Type="http://schemas.openxmlformats.org/officeDocument/2006/relationships/tags" Target="../tags/tag3138.xml"/><Relationship Id="rId1" Type="http://schemas.openxmlformats.org/officeDocument/2006/relationships/slideMaster" Target="../slideMasters/slideMaster24.xml"/></Relationships>
</file>

<file path=ppt/slideLayouts/_rels/slideLayout415.xml.rels><?xml version="1.0" encoding="UTF-8" standalone="yes"?>
<Relationships xmlns="http://schemas.openxmlformats.org/package/2006/relationships"><Relationship Id="rId9" Type="http://schemas.openxmlformats.org/officeDocument/2006/relationships/tags" Target="../tags/tag3144.xml"/><Relationship Id="rId8" Type="http://schemas.openxmlformats.org/officeDocument/2006/relationships/tags" Target="../tags/tag314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14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141.xml"/><Relationship Id="rId13" Type="http://schemas.openxmlformats.org/officeDocument/2006/relationships/tags" Target="../tags/tag3148.xml"/><Relationship Id="rId12" Type="http://schemas.openxmlformats.org/officeDocument/2006/relationships/tags" Target="../tags/tag3147.xml"/><Relationship Id="rId11" Type="http://schemas.openxmlformats.org/officeDocument/2006/relationships/tags" Target="../tags/tag3146.xml"/><Relationship Id="rId10" Type="http://schemas.openxmlformats.org/officeDocument/2006/relationships/tags" Target="../tags/tag3145.xml"/><Relationship Id="rId1" Type="http://schemas.openxmlformats.org/officeDocument/2006/relationships/slideMaster" Target="../slideMasters/slideMaster24.xml"/></Relationships>
</file>

<file path=ppt/slideLayouts/_rels/slideLayout416.xml.rels><?xml version="1.0" encoding="UTF-8" standalone="yes"?>
<Relationships xmlns="http://schemas.openxmlformats.org/package/2006/relationships"><Relationship Id="rId9" Type="http://schemas.openxmlformats.org/officeDocument/2006/relationships/tags" Target="../tags/tag3152.xml"/><Relationship Id="rId8" Type="http://schemas.openxmlformats.org/officeDocument/2006/relationships/tags" Target="../tags/tag315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15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149.xml"/><Relationship Id="rId12" Type="http://schemas.openxmlformats.org/officeDocument/2006/relationships/tags" Target="../tags/tag3155.xml"/><Relationship Id="rId11" Type="http://schemas.openxmlformats.org/officeDocument/2006/relationships/tags" Target="../tags/tag3154.xml"/><Relationship Id="rId10" Type="http://schemas.openxmlformats.org/officeDocument/2006/relationships/tags" Target="../tags/tag3153.xml"/><Relationship Id="rId1" Type="http://schemas.openxmlformats.org/officeDocument/2006/relationships/slideMaster" Target="../slideMasters/slideMaster24.xml"/></Relationships>
</file>

<file path=ppt/slideLayouts/_rels/slideLayout417.xml.rels><?xml version="1.0" encoding="UTF-8" standalone="yes"?>
<Relationships xmlns="http://schemas.openxmlformats.org/package/2006/relationships"><Relationship Id="rId9" Type="http://schemas.openxmlformats.org/officeDocument/2006/relationships/tags" Target="../tags/tag3159.xml"/><Relationship Id="rId8" Type="http://schemas.openxmlformats.org/officeDocument/2006/relationships/tags" Target="../tags/tag315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15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156.xml"/><Relationship Id="rId11" Type="http://schemas.openxmlformats.org/officeDocument/2006/relationships/tags" Target="../tags/tag3161.xml"/><Relationship Id="rId10" Type="http://schemas.openxmlformats.org/officeDocument/2006/relationships/tags" Target="../tags/tag3160.xml"/><Relationship Id="rId1" Type="http://schemas.openxmlformats.org/officeDocument/2006/relationships/slideMaster" Target="../slideMasters/slideMaster24.xml"/></Relationships>
</file>

<file path=ppt/slideLayouts/_rels/slideLayout418.xml.rels><?xml version="1.0" encoding="UTF-8" standalone="yes"?>
<Relationships xmlns="http://schemas.openxmlformats.org/package/2006/relationships"><Relationship Id="rId9" Type="http://schemas.openxmlformats.org/officeDocument/2006/relationships/tags" Target="../tags/tag3167.xml"/><Relationship Id="rId8" Type="http://schemas.openxmlformats.org/officeDocument/2006/relationships/tags" Target="../tags/tag3166.xml"/><Relationship Id="rId7" Type="http://schemas.openxmlformats.org/officeDocument/2006/relationships/tags" Target="../tags/tag3165.xml"/><Relationship Id="rId6" Type="http://schemas.openxmlformats.org/officeDocument/2006/relationships/tags" Target="../tags/tag3164.xml"/><Relationship Id="rId5" Type="http://schemas.openxmlformats.org/officeDocument/2006/relationships/tags" Target="../tags/tag316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3162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3170.xml"/><Relationship Id="rId11" Type="http://schemas.openxmlformats.org/officeDocument/2006/relationships/tags" Target="../tags/tag3169.xml"/><Relationship Id="rId10" Type="http://schemas.openxmlformats.org/officeDocument/2006/relationships/tags" Target="../tags/tag3168.xml"/><Relationship Id="rId1" Type="http://schemas.openxmlformats.org/officeDocument/2006/relationships/slideMaster" Target="../slideMasters/slideMaster24.xml"/></Relationships>
</file>

<file path=ppt/slideLayouts/_rels/slideLayout419.xml.rels><?xml version="1.0" encoding="UTF-8" standalone="yes"?>
<Relationships xmlns="http://schemas.openxmlformats.org/package/2006/relationships"><Relationship Id="rId9" Type="http://schemas.openxmlformats.org/officeDocument/2006/relationships/tags" Target="../tags/tag3174.xml"/><Relationship Id="rId8" Type="http://schemas.openxmlformats.org/officeDocument/2006/relationships/tags" Target="../tags/tag317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17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171.xml"/><Relationship Id="rId11" Type="http://schemas.openxmlformats.org/officeDocument/2006/relationships/tags" Target="../tags/tag3176.xml"/><Relationship Id="rId10" Type="http://schemas.openxmlformats.org/officeDocument/2006/relationships/tags" Target="../tags/tag3175.xml"/><Relationship Id="rId1" Type="http://schemas.openxmlformats.org/officeDocument/2006/relationships/slideMaster" Target="../slideMasters/slideMaster24.xml"/></Relationships>
</file>

<file path=ppt/slideLayouts/_rels/slideLayout420.xml.rels><?xml version="1.0" encoding="UTF-8" standalone="yes"?>
<Relationships xmlns="http://schemas.openxmlformats.org/package/2006/relationships"><Relationship Id="rId9" Type="http://schemas.openxmlformats.org/officeDocument/2006/relationships/tags" Target="../tags/tag318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17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178.xml"/><Relationship Id="rId2" Type="http://schemas.openxmlformats.org/officeDocument/2006/relationships/tags" Target="../tags/tag3177.xml"/><Relationship Id="rId13" Type="http://schemas.openxmlformats.org/officeDocument/2006/relationships/tags" Target="../tags/tag3184.xml"/><Relationship Id="rId12" Type="http://schemas.openxmlformats.org/officeDocument/2006/relationships/tags" Target="../tags/tag3183.xml"/><Relationship Id="rId11" Type="http://schemas.openxmlformats.org/officeDocument/2006/relationships/tags" Target="../tags/tag3182.xml"/><Relationship Id="rId10" Type="http://schemas.openxmlformats.org/officeDocument/2006/relationships/tags" Target="../tags/tag3181.xml"/><Relationship Id="rId1" Type="http://schemas.openxmlformats.org/officeDocument/2006/relationships/slideMaster" Target="../slideMasters/slideMaster24.xml"/></Relationships>
</file>

<file path=ppt/slideLayouts/_rels/slideLayout421.xml.rels><?xml version="1.0" encoding="UTF-8" standalone="yes"?>
<Relationships xmlns="http://schemas.openxmlformats.org/package/2006/relationships"><Relationship Id="rId9" Type="http://schemas.openxmlformats.org/officeDocument/2006/relationships/tags" Target="../tags/tag3190.xml"/><Relationship Id="rId8" Type="http://schemas.openxmlformats.org/officeDocument/2006/relationships/tags" Target="../tags/tag3189.xml"/><Relationship Id="rId7" Type="http://schemas.openxmlformats.org/officeDocument/2006/relationships/tags" Target="../tags/tag3188.xml"/><Relationship Id="rId6" Type="http://schemas.openxmlformats.org/officeDocument/2006/relationships/tags" Target="../tags/tag318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186.xml"/><Relationship Id="rId2" Type="http://schemas.openxmlformats.org/officeDocument/2006/relationships/tags" Target="../tags/tag3185.xml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tags" Target="../tags/tag3192.xml"/><Relationship Id="rId10" Type="http://schemas.openxmlformats.org/officeDocument/2006/relationships/tags" Target="../tags/tag3191.xml"/><Relationship Id="rId1" Type="http://schemas.openxmlformats.org/officeDocument/2006/relationships/slideMaster" Target="../slideMasters/slideMaster24.xml"/></Relationships>
</file>

<file path=ppt/slideLayouts/_rels/slideLayout422.xml.rels><?xml version="1.0" encoding="UTF-8" standalone="yes"?>
<Relationships xmlns="http://schemas.openxmlformats.org/package/2006/relationships"><Relationship Id="rId9" Type="http://schemas.openxmlformats.org/officeDocument/2006/relationships/tags" Target="../tags/tag319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19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194.xml"/><Relationship Id="rId2" Type="http://schemas.openxmlformats.org/officeDocument/2006/relationships/tags" Target="../tags/tag3193.xml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tags" Target="../tags/tag3201.xml"/><Relationship Id="rId13" Type="http://schemas.openxmlformats.org/officeDocument/2006/relationships/tags" Target="../tags/tag3200.xml"/><Relationship Id="rId12" Type="http://schemas.openxmlformats.org/officeDocument/2006/relationships/tags" Target="../tags/tag3199.xml"/><Relationship Id="rId11" Type="http://schemas.openxmlformats.org/officeDocument/2006/relationships/tags" Target="../tags/tag3198.xml"/><Relationship Id="rId10" Type="http://schemas.openxmlformats.org/officeDocument/2006/relationships/tags" Target="../tags/tag3197.xml"/><Relationship Id="rId1" Type="http://schemas.openxmlformats.org/officeDocument/2006/relationships/slideMaster" Target="../slideMasters/slideMaster24.xml"/></Relationships>
</file>

<file path=ppt/slideLayouts/_rels/slideLayout423.xml.rels><?xml version="1.0" encoding="UTF-8" standalone="yes"?>
<Relationships xmlns="http://schemas.openxmlformats.org/package/2006/relationships"><Relationship Id="rId9" Type="http://schemas.openxmlformats.org/officeDocument/2006/relationships/tags" Target="../tags/tag320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20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203.xml"/><Relationship Id="rId2" Type="http://schemas.openxmlformats.org/officeDocument/2006/relationships/tags" Target="../tags/tag3202.xml"/><Relationship Id="rId14" Type="http://schemas.openxmlformats.org/officeDocument/2006/relationships/tags" Target="../tags/tag3210.xml"/><Relationship Id="rId13" Type="http://schemas.openxmlformats.org/officeDocument/2006/relationships/tags" Target="../tags/tag3209.xml"/><Relationship Id="rId12" Type="http://schemas.openxmlformats.org/officeDocument/2006/relationships/tags" Target="../tags/tag3208.xml"/><Relationship Id="rId11" Type="http://schemas.openxmlformats.org/officeDocument/2006/relationships/tags" Target="../tags/tag3207.xml"/><Relationship Id="rId10" Type="http://schemas.openxmlformats.org/officeDocument/2006/relationships/tags" Target="../tags/tag3206.xml"/><Relationship Id="rId1" Type="http://schemas.openxmlformats.org/officeDocument/2006/relationships/slideMaster" Target="../slideMasters/slideMaster24.xml"/></Relationships>
</file>

<file path=ppt/slideLayouts/_rels/slideLayout424.xml.rels><?xml version="1.0" encoding="UTF-8" standalone="yes"?>
<Relationships xmlns="http://schemas.openxmlformats.org/package/2006/relationships"><Relationship Id="rId9" Type="http://schemas.openxmlformats.org/officeDocument/2006/relationships/tags" Target="../tags/tag321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21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212.xml"/><Relationship Id="rId2" Type="http://schemas.openxmlformats.org/officeDocument/2006/relationships/tags" Target="../tags/tag3211.xml"/><Relationship Id="rId18" Type="http://schemas.openxmlformats.org/officeDocument/2006/relationships/image" Target="../media/image16.svg"/><Relationship Id="rId17" Type="http://schemas.openxmlformats.org/officeDocument/2006/relationships/image" Target="../media/image15.png"/><Relationship Id="rId16" Type="http://schemas.openxmlformats.org/officeDocument/2006/relationships/tags" Target="../tags/tag3221.xml"/><Relationship Id="rId15" Type="http://schemas.openxmlformats.org/officeDocument/2006/relationships/tags" Target="../tags/tag3220.xml"/><Relationship Id="rId14" Type="http://schemas.openxmlformats.org/officeDocument/2006/relationships/tags" Target="../tags/tag3219.xml"/><Relationship Id="rId13" Type="http://schemas.openxmlformats.org/officeDocument/2006/relationships/tags" Target="../tags/tag3218.xml"/><Relationship Id="rId12" Type="http://schemas.openxmlformats.org/officeDocument/2006/relationships/tags" Target="../tags/tag3217.xml"/><Relationship Id="rId11" Type="http://schemas.openxmlformats.org/officeDocument/2006/relationships/tags" Target="../tags/tag3216.xml"/><Relationship Id="rId10" Type="http://schemas.openxmlformats.org/officeDocument/2006/relationships/tags" Target="../tags/tag3215.xml"/><Relationship Id="rId1" Type="http://schemas.openxmlformats.org/officeDocument/2006/relationships/slideMaster" Target="../slideMasters/slideMaster24.xml"/></Relationships>
</file>

<file path=ppt/slideLayouts/_rels/slideLayout425.xml.rels><?xml version="1.0" encoding="UTF-8" standalone="yes"?>
<Relationships xmlns="http://schemas.openxmlformats.org/package/2006/relationships"><Relationship Id="rId9" Type="http://schemas.openxmlformats.org/officeDocument/2006/relationships/tags" Target="../tags/tag322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22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223.xml"/><Relationship Id="rId2" Type="http://schemas.openxmlformats.org/officeDocument/2006/relationships/tags" Target="../tags/tag3222.xml"/><Relationship Id="rId13" Type="http://schemas.openxmlformats.org/officeDocument/2006/relationships/tags" Target="../tags/tag3229.xml"/><Relationship Id="rId12" Type="http://schemas.openxmlformats.org/officeDocument/2006/relationships/tags" Target="../tags/tag3228.xml"/><Relationship Id="rId11" Type="http://schemas.openxmlformats.org/officeDocument/2006/relationships/tags" Target="../tags/tag3227.xml"/><Relationship Id="rId10" Type="http://schemas.openxmlformats.org/officeDocument/2006/relationships/tags" Target="../tags/tag3226.xml"/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svg"/><Relationship Id="rId18" Type="http://schemas.openxmlformats.org/officeDocument/2006/relationships/image" Target="../media/image1.png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7" Type="http://schemas.openxmlformats.org/officeDocument/2006/relationships/theme" Target="../theme/theme2.xml"/><Relationship Id="rId26" Type="http://schemas.openxmlformats.org/officeDocument/2006/relationships/image" Target="../media/image2.svg"/><Relationship Id="rId25" Type="http://schemas.openxmlformats.org/officeDocument/2006/relationships/image" Target="../media/image1.png"/><Relationship Id="rId24" Type="http://schemas.openxmlformats.org/officeDocument/2006/relationships/tags" Target="../tags/tag199.xml"/><Relationship Id="rId23" Type="http://schemas.openxmlformats.org/officeDocument/2006/relationships/tags" Target="../tags/tag198.xml"/><Relationship Id="rId22" Type="http://schemas.openxmlformats.org/officeDocument/2006/relationships/tags" Target="../tags/tag197.xml"/><Relationship Id="rId21" Type="http://schemas.openxmlformats.org/officeDocument/2006/relationships/tags" Target="../tags/tag196.xml"/><Relationship Id="rId20" Type="http://schemas.openxmlformats.org/officeDocument/2006/relationships/tags" Target="../tags/tag19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94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7" Type="http://schemas.openxmlformats.org/officeDocument/2006/relationships/theme" Target="../theme/theme3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337.xml"/><Relationship Id="rId23" Type="http://schemas.openxmlformats.org/officeDocument/2006/relationships/tags" Target="../tags/tag336.xml"/><Relationship Id="rId22" Type="http://schemas.openxmlformats.org/officeDocument/2006/relationships/tags" Target="../tags/tag335.xml"/><Relationship Id="rId21" Type="http://schemas.openxmlformats.org/officeDocument/2006/relationships/tags" Target="../tags/tag334.xml"/><Relationship Id="rId20" Type="http://schemas.openxmlformats.org/officeDocument/2006/relationships/tags" Target="../tags/tag333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332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7" Type="http://schemas.openxmlformats.org/officeDocument/2006/relationships/theme" Target="../theme/theme4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475.xml"/><Relationship Id="rId23" Type="http://schemas.openxmlformats.org/officeDocument/2006/relationships/tags" Target="../tags/tag474.xml"/><Relationship Id="rId22" Type="http://schemas.openxmlformats.org/officeDocument/2006/relationships/tags" Target="../tags/tag473.xml"/><Relationship Id="rId21" Type="http://schemas.openxmlformats.org/officeDocument/2006/relationships/tags" Target="../tags/tag472.xml"/><Relationship Id="rId20" Type="http://schemas.openxmlformats.org/officeDocument/2006/relationships/tags" Target="../tags/tag471.xml"/><Relationship Id="rId2" Type="http://schemas.openxmlformats.org/officeDocument/2006/relationships/slideLayout" Target="../slideLayouts/slideLayout49.xml"/><Relationship Id="rId19" Type="http://schemas.openxmlformats.org/officeDocument/2006/relationships/tags" Target="../tags/tag470.xml"/><Relationship Id="rId18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7" Type="http://schemas.openxmlformats.org/officeDocument/2006/relationships/theme" Target="../theme/theme5.xml"/><Relationship Id="rId26" Type="http://schemas.openxmlformats.org/officeDocument/2006/relationships/image" Target="../media/image10.svg"/><Relationship Id="rId25" Type="http://schemas.openxmlformats.org/officeDocument/2006/relationships/image" Target="../media/image8.png"/><Relationship Id="rId24" Type="http://schemas.openxmlformats.org/officeDocument/2006/relationships/tags" Target="../tags/tag613.xml"/><Relationship Id="rId23" Type="http://schemas.openxmlformats.org/officeDocument/2006/relationships/tags" Target="../tags/tag612.xml"/><Relationship Id="rId22" Type="http://schemas.openxmlformats.org/officeDocument/2006/relationships/tags" Target="../tags/tag611.xml"/><Relationship Id="rId21" Type="http://schemas.openxmlformats.org/officeDocument/2006/relationships/tags" Target="../tags/tag610.xml"/><Relationship Id="rId20" Type="http://schemas.openxmlformats.org/officeDocument/2006/relationships/tags" Target="../tags/tag609.xml"/><Relationship Id="rId2" Type="http://schemas.openxmlformats.org/officeDocument/2006/relationships/slideLayout" Target="../slideLayouts/slideLayout67.xml"/><Relationship Id="rId19" Type="http://schemas.openxmlformats.org/officeDocument/2006/relationships/tags" Target="../tags/tag608.xml"/><Relationship Id="rId18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0.xml"/><Relationship Id="rId6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6.xml"/><Relationship Id="rId27" Type="http://schemas.openxmlformats.org/officeDocument/2006/relationships/theme" Target="../theme/theme6.xml"/><Relationship Id="rId26" Type="http://schemas.openxmlformats.org/officeDocument/2006/relationships/image" Target="../media/image10.svg"/><Relationship Id="rId25" Type="http://schemas.openxmlformats.org/officeDocument/2006/relationships/image" Target="../media/image8.png"/><Relationship Id="rId24" Type="http://schemas.openxmlformats.org/officeDocument/2006/relationships/tags" Target="../tags/tag751.xml"/><Relationship Id="rId23" Type="http://schemas.openxmlformats.org/officeDocument/2006/relationships/tags" Target="../tags/tag750.xml"/><Relationship Id="rId22" Type="http://schemas.openxmlformats.org/officeDocument/2006/relationships/tags" Target="../tags/tag749.xml"/><Relationship Id="rId21" Type="http://schemas.openxmlformats.org/officeDocument/2006/relationships/tags" Target="../tags/tag748.xml"/><Relationship Id="rId20" Type="http://schemas.openxmlformats.org/officeDocument/2006/relationships/tags" Target="../tags/tag747.xml"/><Relationship Id="rId2" Type="http://schemas.openxmlformats.org/officeDocument/2006/relationships/slideLayout" Target="../slideLayouts/slideLayout85.xml"/><Relationship Id="rId19" Type="http://schemas.openxmlformats.org/officeDocument/2006/relationships/tags" Target="../tags/tag746.xml"/><Relationship Id="rId18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4.xml"/><Relationship Id="rId27" Type="http://schemas.openxmlformats.org/officeDocument/2006/relationships/theme" Target="../theme/theme7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889.xml"/><Relationship Id="rId23" Type="http://schemas.openxmlformats.org/officeDocument/2006/relationships/tags" Target="../tags/tag888.xml"/><Relationship Id="rId22" Type="http://schemas.openxmlformats.org/officeDocument/2006/relationships/tags" Target="../tags/tag887.xml"/><Relationship Id="rId21" Type="http://schemas.openxmlformats.org/officeDocument/2006/relationships/tags" Target="../tags/tag886.xml"/><Relationship Id="rId20" Type="http://schemas.openxmlformats.org/officeDocument/2006/relationships/tags" Target="../tags/tag885.xml"/><Relationship Id="rId2" Type="http://schemas.openxmlformats.org/officeDocument/2006/relationships/slideLayout" Target="../slideLayouts/slideLayout103.xml"/><Relationship Id="rId19" Type="http://schemas.openxmlformats.org/officeDocument/2006/relationships/tags" Target="../tags/tag884.xml"/><Relationship Id="rId1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02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2.xml"/><Relationship Id="rId27" Type="http://schemas.openxmlformats.org/officeDocument/2006/relationships/theme" Target="../theme/theme8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1027.xml"/><Relationship Id="rId23" Type="http://schemas.openxmlformats.org/officeDocument/2006/relationships/tags" Target="../tags/tag1026.xml"/><Relationship Id="rId22" Type="http://schemas.openxmlformats.org/officeDocument/2006/relationships/tags" Target="../tags/tag1025.xml"/><Relationship Id="rId21" Type="http://schemas.openxmlformats.org/officeDocument/2006/relationships/tags" Target="../tags/tag1024.xml"/><Relationship Id="rId20" Type="http://schemas.openxmlformats.org/officeDocument/2006/relationships/tags" Target="../tags/tag1023.xml"/><Relationship Id="rId2" Type="http://schemas.openxmlformats.org/officeDocument/2006/relationships/slideLayout" Target="../slideLayouts/slideLayout121.xml"/><Relationship Id="rId19" Type="http://schemas.openxmlformats.org/officeDocument/2006/relationships/tags" Target="../tags/tag1022.xml"/><Relationship Id="rId18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0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6.xml"/><Relationship Id="rId8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41.xml"/><Relationship Id="rId3" Type="http://schemas.openxmlformats.org/officeDocument/2006/relationships/slideLayout" Target="../slideLayouts/slideLayout140.xml"/><Relationship Id="rId27" Type="http://schemas.openxmlformats.org/officeDocument/2006/relationships/theme" Target="../theme/theme9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1165.xml"/><Relationship Id="rId23" Type="http://schemas.openxmlformats.org/officeDocument/2006/relationships/tags" Target="../tags/tag1164.xml"/><Relationship Id="rId22" Type="http://schemas.openxmlformats.org/officeDocument/2006/relationships/tags" Target="../tags/tag1163.xml"/><Relationship Id="rId21" Type="http://schemas.openxmlformats.org/officeDocument/2006/relationships/tags" Target="../tags/tag1162.xml"/><Relationship Id="rId20" Type="http://schemas.openxmlformats.org/officeDocument/2006/relationships/tags" Target="../tags/tag1161.xml"/><Relationship Id="rId2" Type="http://schemas.openxmlformats.org/officeDocument/2006/relationships/slideLayout" Target="../slideLayouts/slideLayout139.xml"/><Relationship Id="rId19" Type="http://schemas.openxmlformats.org/officeDocument/2006/relationships/tags" Target="../tags/tag1160.xml"/><Relationship Id="rId18" Type="http://schemas.openxmlformats.org/officeDocument/2006/relationships/slideLayout" Target="../slideLayouts/slideLayout155.xml"/><Relationship Id="rId17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52.xml"/><Relationship Id="rId14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3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4.xml"/><Relationship Id="rId8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58.xml"/><Relationship Id="rId27" Type="http://schemas.openxmlformats.org/officeDocument/2006/relationships/theme" Target="../theme/theme10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1303.xml"/><Relationship Id="rId23" Type="http://schemas.openxmlformats.org/officeDocument/2006/relationships/tags" Target="../tags/tag1302.xml"/><Relationship Id="rId22" Type="http://schemas.openxmlformats.org/officeDocument/2006/relationships/tags" Target="../tags/tag1301.xml"/><Relationship Id="rId21" Type="http://schemas.openxmlformats.org/officeDocument/2006/relationships/tags" Target="../tags/tag1300.xml"/><Relationship Id="rId20" Type="http://schemas.openxmlformats.org/officeDocument/2006/relationships/tags" Target="../tags/tag1299.xml"/><Relationship Id="rId2" Type="http://schemas.openxmlformats.org/officeDocument/2006/relationships/slideLayout" Target="../slideLayouts/slideLayout157.xml"/><Relationship Id="rId19" Type="http://schemas.openxmlformats.org/officeDocument/2006/relationships/tags" Target="../tags/tag1298.xml"/><Relationship Id="rId18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56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2.xml"/><Relationship Id="rId8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7.xml"/><Relationship Id="rId3" Type="http://schemas.openxmlformats.org/officeDocument/2006/relationships/slideLayout" Target="../slideLayouts/slideLayout176.xml"/><Relationship Id="rId27" Type="http://schemas.openxmlformats.org/officeDocument/2006/relationships/theme" Target="../theme/theme11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1441.xml"/><Relationship Id="rId23" Type="http://schemas.openxmlformats.org/officeDocument/2006/relationships/tags" Target="../tags/tag1440.xml"/><Relationship Id="rId22" Type="http://schemas.openxmlformats.org/officeDocument/2006/relationships/tags" Target="../tags/tag1439.xml"/><Relationship Id="rId21" Type="http://schemas.openxmlformats.org/officeDocument/2006/relationships/tags" Target="../tags/tag1438.xml"/><Relationship Id="rId20" Type="http://schemas.openxmlformats.org/officeDocument/2006/relationships/tags" Target="../tags/tag1437.xml"/><Relationship Id="rId2" Type="http://schemas.openxmlformats.org/officeDocument/2006/relationships/slideLayout" Target="../slideLayouts/slideLayout175.xml"/><Relationship Id="rId19" Type="http://schemas.openxmlformats.org/officeDocument/2006/relationships/tags" Target="../tags/tag1436.xml"/><Relationship Id="rId18" Type="http://schemas.openxmlformats.org/officeDocument/2006/relationships/slideLayout" Target="../slideLayouts/slideLayout191.xml"/><Relationship Id="rId17" Type="http://schemas.openxmlformats.org/officeDocument/2006/relationships/slideLayout" Target="../slideLayouts/slideLayout190.xml"/><Relationship Id="rId16" Type="http://schemas.openxmlformats.org/officeDocument/2006/relationships/slideLayout" Target="../slideLayouts/slideLayout189.xml"/><Relationship Id="rId15" Type="http://schemas.openxmlformats.org/officeDocument/2006/relationships/slideLayout" Target="../slideLayouts/slideLayout188.xml"/><Relationship Id="rId14" Type="http://schemas.openxmlformats.org/officeDocument/2006/relationships/slideLayout" Target="../slideLayouts/slideLayout187.xml"/><Relationship Id="rId13" Type="http://schemas.openxmlformats.org/officeDocument/2006/relationships/slideLayout" Target="../slideLayouts/slideLayout186.xml"/><Relationship Id="rId12" Type="http://schemas.openxmlformats.org/officeDocument/2006/relationships/slideLayout" Target="../slideLayouts/slideLayout185.xml"/><Relationship Id="rId11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3.xml"/><Relationship Id="rId1" Type="http://schemas.openxmlformats.org/officeDocument/2006/relationships/slideLayout" Target="../slideLayouts/slideLayout174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0.xml"/><Relationship Id="rId8" Type="http://schemas.openxmlformats.org/officeDocument/2006/relationships/slideLayout" Target="../slideLayouts/slideLayout199.xml"/><Relationship Id="rId7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197.xml"/><Relationship Id="rId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4.xml"/><Relationship Id="rId27" Type="http://schemas.openxmlformats.org/officeDocument/2006/relationships/theme" Target="../theme/theme12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1579.xml"/><Relationship Id="rId23" Type="http://schemas.openxmlformats.org/officeDocument/2006/relationships/tags" Target="../tags/tag1578.xml"/><Relationship Id="rId22" Type="http://schemas.openxmlformats.org/officeDocument/2006/relationships/tags" Target="../tags/tag1577.xml"/><Relationship Id="rId21" Type="http://schemas.openxmlformats.org/officeDocument/2006/relationships/tags" Target="../tags/tag1576.xml"/><Relationship Id="rId20" Type="http://schemas.openxmlformats.org/officeDocument/2006/relationships/tags" Target="../tags/tag1575.xml"/><Relationship Id="rId2" Type="http://schemas.openxmlformats.org/officeDocument/2006/relationships/slideLayout" Target="../slideLayouts/slideLayout193.xml"/><Relationship Id="rId19" Type="http://schemas.openxmlformats.org/officeDocument/2006/relationships/tags" Target="../tags/tag1574.xml"/><Relationship Id="rId18" Type="http://schemas.openxmlformats.org/officeDocument/2006/relationships/slideLayout" Target="../slideLayouts/slideLayout209.xml"/><Relationship Id="rId17" Type="http://schemas.openxmlformats.org/officeDocument/2006/relationships/slideLayout" Target="../slideLayouts/slideLayout208.xml"/><Relationship Id="rId16" Type="http://schemas.openxmlformats.org/officeDocument/2006/relationships/slideLayout" Target="../slideLayouts/slideLayout207.xml"/><Relationship Id="rId15" Type="http://schemas.openxmlformats.org/officeDocument/2006/relationships/slideLayout" Target="../slideLayouts/slideLayout206.xml"/><Relationship Id="rId14" Type="http://schemas.openxmlformats.org/officeDocument/2006/relationships/slideLayout" Target="../slideLayouts/slideLayout205.xml"/><Relationship Id="rId13" Type="http://schemas.openxmlformats.org/officeDocument/2006/relationships/slideLayout" Target="../slideLayouts/slideLayout204.xml"/><Relationship Id="rId12" Type="http://schemas.openxmlformats.org/officeDocument/2006/relationships/slideLayout" Target="../slideLayouts/slideLayout203.xml"/><Relationship Id="rId11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201.xml"/><Relationship Id="rId1" Type="http://schemas.openxmlformats.org/officeDocument/2006/relationships/slideLayout" Target="../slideLayouts/slideLayout19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7" Type="http://schemas.openxmlformats.org/officeDocument/2006/relationships/theme" Target="../theme/theme13.xml"/><Relationship Id="rId26" Type="http://schemas.openxmlformats.org/officeDocument/2006/relationships/image" Target="../media/image10.svg"/><Relationship Id="rId25" Type="http://schemas.openxmlformats.org/officeDocument/2006/relationships/image" Target="../media/image8.png"/><Relationship Id="rId24" Type="http://schemas.openxmlformats.org/officeDocument/2006/relationships/tags" Target="../tags/tag1717.xml"/><Relationship Id="rId23" Type="http://schemas.openxmlformats.org/officeDocument/2006/relationships/tags" Target="../tags/tag1716.xml"/><Relationship Id="rId22" Type="http://schemas.openxmlformats.org/officeDocument/2006/relationships/tags" Target="../tags/tag1715.xml"/><Relationship Id="rId21" Type="http://schemas.openxmlformats.org/officeDocument/2006/relationships/tags" Target="../tags/tag1714.xml"/><Relationship Id="rId20" Type="http://schemas.openxmlformats.org/officeDocument/2006/relationships/tags" Target="../tags/tag1713.xml"/><Relationship Id="rId2" Type="http://schemas.openxmlformats.org/officeDocument/2006/relationships/slideLayout" Target="../slideLayouts/slideLayout211.xml"/><Relationship Id="rId19" Type="http://schemas.openxmlformats.org/officeDocument/2006/relationships/tags" Target="../tags/tag1712.xml"/><Relationship Id="rId18" Type="http://schemas.openxmlformats.org/officeDocument/2006/relationships/slideLayout" Target="../slideLayouts/slideLayout227.xml"/><Relationship Id="rId17" Type="http://schemas.openxmlformats.org/officeDocument/2006/relationships/slideLayout" Target="../slideLayouts/slideLayout226.xml"/><Relationship Id="rId16" Type="http://schemas.openxmlformats.org/officeDocument/2006/relationships/slideLayout" Target="../slideLayouts/slideLayout225.xml"/><Relationship Id="rId15" Type="http://schemas.openxmlformats.org/officeDocument/2006/relationships/slideLayout" Target="../slideLayouts/slideLayout224.xml"/><Relationship Id="rId14" Type="http://schemas.openxmlformats.org/officeDocument/2006/relationships/slideLayout" Target="../slideLayouts/slideLayout223.xml"/><Relationship Id="rId13" Type="http://schemas.openxmlformats.org/officeDocument/2006/relationships/slideLayout" Target="../slideLayouts/slideLayout222.xml"/><Relationship Id="rId12" Type="http://schemas.openxmlformats.org/officeDocument/2006/relationships/slideLayout" Target="../slideLayouts/slideLayout221.xml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6.xml"/><Relationship Id="rId8" Type="http://schemas.openxmlformats.org/officeDocument/2006/relationships/slideLayout" Target="../slideLayouts/slideLayout235.xml"/><Relationship Id="rId7" Type="http://schemas.openxmlformats.org/officeDocument/2006/relationships/slideLayout" Target="../slideLayouts/slideLayout234.xml"/><Relationship Id="rId6" Type="http://schemas.openxmlformats.org/officeDocument/2006/relationships/slideLayout" Target="../slideLayouts/slideLayout233.xml"/><Relationship Id="rId5" Type="http://schemas.openxmlformats.org/officeDocument/2006/relationships/slideLayout" Target="../slideLayouts/slideLayout232.xml"/><Relationship Id="rId4" Type="http://schemas.openxmlformats.org/officeDocument/2006/relationships/slideLayout" Target="../slideLayouts/slideLayout231.xml"/><Relationship Id="rId3" Type="http://schemas.openxmlformats.org/officeDocument/2006/relationships/slideLayout" Target="../slideLayouts/slideLayout230.xml"/><Relationship Id="rId27" Type="http://schemas.openxmlformats.org/officeDocument/2006/relationships/theme" Target="../theme/theme14.xml"/><Relationship Id="rId26" Type="http://schemas.openxmlformats.org/officeDocument/2006/relationships/image" Target="../media/image12.svg"/><Relationship Id="rId25" Type="http://schemas.openxmlformats.org/officeDocument/2006/relationships/image" Target="../media/image8.png"/><Relationship Id="rId24" Type="http://schemas.openxmlformats.org/officeDocument/2006/relationships/tags" Target="../tags/tag1855.xml"/><Relationship Id="rId23" Type="http://schemas.openxmlformats.org/officeDocument/2006/relationships/tags" Target="../tags/tag1854.xml"/><Relationship Id="rId22" Type="http://schemas.openxmlformats.org/officeDocument/2006/relationships/tags" Target="../tags/tag1853.xml"/><Relationship Id="rId21" Type="http://schemas.openxmlformats.org/officeDocument/2006/relationships/tags" Target="../tags/tag1852.xml"/><Relationship Id="rId20" Type="http://schemas.openxmlformats.org/officeDocument/2006/relationships/tags" Target="../tags/tag1851.xml"/><Relationship Id="rId2" Type="http://schemas.openxmlformats.org/officeDocument/2006/relationships/slideLayout" Target="../slideLayouts/slideLayout229.xml"/><Relationship Id="rId19" Type="http://schemas.openxmlformats.org/officeDocument/2006/relationships/tags" Target="../tags/tag1850.xml"/><Relationship Id="rId18" Type="http://schemas.openxmlformats.org/officeDocument/2006/relationships/slideLayout" Target="../slideLayouts/slideLayout245.xml"/><Relationship Id="rId17" Type="http://schemas.openxmlformats.org/officeDocument/2006/relationships/slideLayout" Target="../slideLayouts/slideLayout244.xml"/><Relationship Id="rId16" Type="http://schemas.openxmlformats.org/officeDocument/2006/relationships/slideLayout" Target="../slideLayouts/slideLayout243.xml"/><Relationship Id="rId15" Type="http://schemas.openxmlformats.org/officeDocument/2006/relationships/slideLayout" Target="../slideLayouts/slideLayout242.xml"/><Relationship Id="rId14" Type="http://schemas.openxmlformats.org/officeDocument/2006/relationships/slideLayout" Target="../slideLayouts/slideLayout241.xml"/><Relationship Id="rId13" Type="http://schemas.openxmlformats.org/officeDocument/2006/relationships/slideLayout" Target="../slideLayouts/slideLayout240.xml"/><Relationship Id="rId12" Type="http://schemas.openxmlformats.org/officeDocument/2006/relationships/slideLayout" Target="../slideLayouts/slideLayout239.xml"/><Relationship Id="rId11" Type="http://schemas.openxmlformats.org/officeDocument/2006/relationships/slideLayout" Target="../slideLayouts/slideLayout238.xml"/><Relationship Id="rId10" Type="http://schemas.openxmlformats.org/officeDocument/2006/relationships/slideLayout" Target="../slideLayouts/slideLayout237.xml"/><Relationship Id="rId1" Type="http://schemas.openxmlformats.org/officeDocument/2006/relationships/slideLayout" Target="../slideLayouts/slideLayout22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4.xml"/><Relationship Id="rId8" Type="http://schemas.openxmlformats.org/officeDocument/2006/relationships/slideLayout" Target="../slideLayouts/slideLayout253.xml"/><Relationship Id="rId7" Type="http://schemas.openxmlformats.org/officeDocument/2006/relationships/slideLayout" Target="../slideLayouts/slideLayout252.xml"/><Relationship Id="rId6" Type="http://schemas.openxmlformats.org/officeDocument/2006/relationships/slideLayout" Target="../slideLayouts/slideLayout251.xml"/><Relationship Id="rId5" Type="http://schemas.openxmlformats.org/officeDocument/2006/relationships/slideLayout" Target="../slideLayouts/slideLayout250.xml"/><Relationship Id="rId4" Type="http://schemas.openxmlformats.org/officeDocument/2006/relationships/slideLayout" Target="../slideLayouts/slideLayout249.xml"/><Relationship Id="rId3" Type="http://schemas.openxmlformats.org/officeDocument/2006/relationships/slideLayout" Target="../slideLayouts/slideLayout248.xml"/><Relationship Id="rId27" Type="http://schemas.openxmlformats.org/officeDocument/2006/relationships/theme" Target="../theme/theme15.xml"/><Relationship Id="rId26" Type="http://schemas.openxmlformats.org/officeDocument/2006/relationships/image" Target="../media/image13.svg"/><Relationship Id="rId25" Type="http://schemas.openxmlformats.org/officeDocument/2006/relationships/image" Target="../media/image8.png"/><Relationship Id="rId24" Type="http://schemas.openxmlformats.org/officeDocument/2006/relationships/tags" Target="../tags/tag1993.xml"/><Relationship Id="rId23" Type="http://schemas.openxmlformats.org/officeDocument/2006/relationships/tags" Target="../tags/tag1992.xml"/><Relationship Id="rId22" Type="http://schemas.openxmlformats.org/officeDocument/2006/relationships/tags" Target="../tags/tag1991.xml"/><Relationship Id="rId21" Type="http://schemas.openxmlformats.org/officeDocument/2006/relationships/tags" Target="../tags/tag1990.xml"/><Relationship Id="rId20" Type="http://schemas.openxmlformats.org/officeDocument/2006/relationships/tags" Target="../tags/tag1989.xml"/><Relationship Id="rId2" Type="http://schemas.openxmlformats.org/officeDocument/2006/relationships/slideLayout" Target="../slideLayouts/slideLayout247.xml"/><Relationship Id="rId19" Type="http://schemas.openxmlformats.org/officeDocument/2006/relationships/tags" Target="../tags/tag1988.xml"/><Relationship Id="rId18" Type="http://schemas.openxmlformats.org/officeDocument/2006/relationships/slideLayout" Target="../slideLayouts/slideLayout263.xml"/><Relationship Id="rId17" Type="http://schemas.openxmlformats.org/officeDocument/2006/relationships/slideLayout" Target="../slideLayouts/slideLayout262.xml"/><Relationship Id="rId16" Type="http://schemas.openxmlformats.org/officeDocument/2006/relationships/slideLayout" Target="../slideLayouts/slideLayout261.xml"/><Relationship Id="rId15" Type="http://schemas.openxmlformats.org/officeDocument/2006/relationships/slideLayout" Target="../slideLayouts/slideLayout260.xml"/><Relationship Id="rId14" Type="http://schemas.openxmlformats.org/officeDocument/2006/relationships/slideLayout" Target="../slideLayouts/slideLayout259.xml"/><Relationship Id="rId13" Type="http://schemas.openxmlformats.org/officeDocument/2006/relationships/slideLayout" Target="../slideLayouts/slideLayout258.xml"/><Relationship Id="rId12" Type="http://schemas.openxmlformats.org/officeDocument/2006/relationships/slideLayout" Target="../slideLayouts/slideLayout257.xml"/><Relationship Id="rId11" Type="http://schemas.openxmlformats.org/officeDocument/2006/relationships/slideLayout" Target="../slideLayouts/slideLayout256.xml"/><Relationship Id="rId10" Type="http://schemas.openxmlformats.org/officeDocument/2006/relationships/slideLayout" Target="../slideLayouts/slideLayout255.xml"/><Relationship Id="rId1" Type="http://schemas.openxmlformats.org/officeDocument/2006/relationships/slideLayout" Target="../slideLayouts/slideLayout246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2.xml"/><Relationship Id="rId8" Type="http://schemas.openxmlformats.org/officeDocument/2006/relationships/slideLayout" Target="../slideLayouts/slideLayout271.xml"/><Relationship Id="rId7" Type="http://schemas.openxmlformats.org/officeDocument/2006/relationships/slideLayout" Target="../slideLayouts/slideLayout270.xml"/><Relationship Id="rId6" Type="http://schemas.openxmlformats.org/officeDocument/2006/relationships/slideLayout" Target="../slideLayouts/slideLayout269.xml"/><Relationship Id="rId5" Type="http://schemas.openxmlformats.org/officeDocument/2006/relationships/slideLayout" Target="../slideLayouts/slideLayout268.xml"/><Relationship Id="rId4" Type="http://schemas.openxmlformats.org/officeDocument/2006/relationships/slideLayout" Target="../slideLayouts/slideLayout267.xml"/><Relationship Id="rId3" Type="http://schemas.openxmlformats.org/officeDocument/2006/relationships/slideLayout" Target="../slideLayouts/slideLayout266.xml"/><Relationship Id="rId27" Type="http://schemas.openxmlformats.org/officeDocument/2006/relationships/theme" Target="../theme/theme16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2131.xml"/><Relationship Id="rId23" Type="http://schemas.openxmlformats.org/officeDocument/2006/relationships/tags" Target="../tags/tag2130.xml"/><Relationship Id="rId22" Type="http://schemas.openxmlformats.org/officeDocument/2006/relationships/tags" Target="../tags/tag2129.xml"/><Relationship Id="rId21" Type="http://schemas.openxmlformats.org/officeDocument/2006/relationships/tags" Target="../tags/tag2128.xml"/><Relationship Id="rId20" Type="http://schemas.openxmlformats.org/officeDocument/2006/relationships/tags" Target="../tags/tag2127.xml"/><Relationship Id="rId2" Type="http://schemas.openxmlformats.org/officeDocument/2006/relationships/slideLayout" Target="../slideLayouts/slideLayout265.xml"/><Relationship Id="rId19" Type="http://schemas.openxmlformats.org/officeDocument/2006/relationships/tags" Target="../tags/tag2126.xml"/><Relationship Id="rId18" Type="http://schemas.openxmlformats.org/officeDocument/2006/relationships/slideLayout" Target="../slideLayouts/slideLayout281.xml"/><Relationship Id="rId17" Type="http://schemas.openxmlformats.org/officeDocument/2006/relationships/slideLayout" Target="../slideLayouts/slideLayout280.xml"/><Relationship Id="rId16" Type="http://schemas.openxmlformats.org/officeDocument/2006/relationships/slideLayout" Target="../slideLayouts/slideLayout279.xml"/><Relationship Id="rId15" Type="http://schemas.openxmlformats.org/officeDocument/2006/relationships/slideLayout" Target="../slideLayouts/slideLayout278.xml"/><Relationship Id="rId14" Type="http://schemas.openxmlformats.org/officeDocument/2006/relationships/slideLayout" Target="../slideLayouts/slideLayout277.xml"/><Relationship Id="rId13" Type="http://schemas.openxmlformats.org/officeDocument/2006/relationships/slideLayout" Target="../slideLayouts/slideLayout276.xml"/><Relationship Id="rId12" Type="http://schemas.openxmlformats.org/officeDocument/2006/relationships/slideLayout" Target="../slideLayouts/slideLayout275.xml"/><Relationship Id="rId11" Type="http://schemas.openxmlformats.org/officeDocument/2006/relationships/slideLayout" Target="../slideLayouts/slideLayout274.xml"/><Relationship Id="rId10" Type="http://schemas.openxmlformats.org/officeDocument/2006/relationships/slideLayout" Target="../slideLayouts/slideLayout273.xml"/><Relationship Id="rId1" Type="http://schemas.openxmlformats.org/officeDocument/2006/relationships/slideLayout" Target="../slideLayouts/slideLayout264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0.xml"/><Relationship Id="rId8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88.xml"/><Relationship Id="rId6" Type="http://schemas.openxmlformats.org/officeDocument/2006/relationships/slideLayout" Target="../slideLayouts/slideLayout287.xml"/><Relationship Id="rId5" Type="http://schemas.openxmlformats.org/officeDocument/2006/relationships/slideLayout" Target="../slideLayouts/slideLayout286.xml"/><Relationship Id="rId4" Type="http://schemas.openxmlformats.org/officeDocument/2006/relationships/slideLayout" Target="../slideLayouts/slideLayout285.xml"/><Relationship Id="rId3" Type="http://schemas.openxmlformats.org/officeDocument/2006/relationships/slideLayout" Target="../slideLayouts/slideLayout284.xml"/><Relationship Id="rId27" Type="http://schemas.openxmlformats.org/officeDocument/2006/relationships/theme" Target="../theme/theme17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2269.xml"/><Relationship Id="rId23" Type="http://schemas.openxmlformats.org/officeDocument/2006/relationships/tags" Target="../tags/tag2268.xml"/><Relationship Id="rId22" Type="http://schemas.openxmlformats.org/officeDocument/2006/relationships/tags" Target="../tags/tag2267.xml"/><Relationship Id="rId21" Type="http://schemas.openxmlformats.org/officeDocument/2006/relationships/tags" Target="../tags/tag2266.xml"/><Relationship Id="rId20" Type="http://schemas.openxmlformats.org/officeDocument/2006/relationships/tags" Target="../tags/tag2265.xml"/><Relationship Id="rId2" Type="http://schemas.openxmlformats.org/officeDocument/2006/relationships/slideLayout" Target="../slideLayouts/slideLayout283.xml"/><Relationship Id="rId19" Type="http://schemas.openxmlformats.org/officeDocument/2006/relationships/tags" Target="../tags/tag2264.xml"/><Relationship Id="rId18" Type="http://schemas.openxmlformats.org/officeDocument/2006/relationships/slideLayout" Target="../slideLayouts/slideLayout299.xml"/><Relationship Id="rId17" Type="http://schemas.openxmlformats.org/officeDocument/2006/relationships/slideLayout" Target="../slideLayouts/slideLayout298.xml"/><Relationship Id="rId16" Type="http://schemas.openxmlformats.org/officeDocument/2006/relationships/slideLayout" Target="../slideLayouts/slideLayout297.xml"/><Relationship Id="rId15" Type="http://schemas.openxmlformats.org/officeDocument/2006/relationships/slideLayout" Target="../slideLayouts/slideLayout296.xml"/><Relationship Id="rId14" Type="http://schemas.openxmlformats.org/officeDocument/2006/relationships/slideLayout" Target="../slideLayouts/slideLayout295.xml"/><Relationship Id="rId13" Type="http://schemas.openxmlformats.org/officeDocument/2006/relationships/slideLayout" Target="../slideLayouts/slideLayout294.xml"/><Relationship Id="rId12" Type="http://schemas.openxmlformats.org/officeDocument/2006/relationships/slideLayout" Target="../slideLayouts/slideLayout293.xml"/><Relationship Id="rId11" Type="http://schemas.openxmlformats.org/officeDocument/2006/relationships/slideLayout" Target="../slideLayouts/slideLayout292.xml"/><Relationship Id="rId10" Type="http://schemas.openxmlformats.org/officeDocument/2006/relationships/slideLayout" Target="../slideLayouts/slideLayout291.xml"/><Relationship Id="rId1" Type="http://schemas.openxmlformats.org/officeDocument/2006/relationships/slideLayout" Target="../slideLayouts/slideLayout282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8.xml"/><Relationship Id="rId8" Type="http://schemas.openxmlformats.org/officeDocument/2006/relationships/slideLayout" Target="../slideLayouts/slideLayout307.xml"/><Relationship Id="rId7" Type="http://schemas.openxmlformats.org/officeDocument/2006/relationships/slideLayout" Target="../slideLayouts/slideLayout306.xml"/><Relationship Id="rId6" Type="http://schemas.openxmlformats.org/officeDocument/2006/relationships/slideLayout" Target="../slideLayouts/slideLayout305.xml"/><Relationship Id="rId5" Type="http://schemas.openxmlformats.org/officeDocument/2006/relationships/slideLayout" Target="../slideLayouts/slideLayout304.xml"/><Relationship Id="rId4" Type="http://schemas.openxmlformats.org/officeDocument/2006/relationships/slideLayout" Target="../slideLayouts/slideLayout303.xml"/><Relationship Id="rId3" Type="http://schemas.openxmlformats.org/officeDocument/2006/relationships/slideLayout" Target="../slideLayouts/slideLayout302.xml"/><Relationship Id="rId27" Type="http://schemas.openxmlformats.org/officeDocument/2006/relationships/theme" Target="../theme/theme18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2407.xml"/><Relationship Id="rId23" Type="http://schemas.openxmlformats.org/officeDocument/2006/relationships/tags" Target="../tags/tag2406.xml"/><Relationship Id="rId22" Type="http://schemas.openxmlformats.org/officeDocument/2006/relationships/tags" Target="../tags/tag2405.xml"/><Relationship Id="rId21" Type="http://schemas.openxmlformats.org/officeDocument/2006/relationships/tags" Target="../tags/tag2404.xml"/><Relationship Id="rId20" Type="http://schemas.openxmlformats.org/officeDocument/2006/relationships/tags" Target="../tags/tag2403.xml"/><Relationship Id="rId2" Type="http://schemas.openxmlformats.org/officeDocument/2006/relationships/slideLayout" Target="../slideLayouts/slideLayout301.xml"/><Relationship Id="rId19" Type="http://schemas.openxmlformats.org/officeDocument/2006/relationships/tags" Target="../tags/tag2402.xml"/><Relationship Id="rId18" Type="http://schemas.openxmlformats.org/officeDocument/2006/relationships/slideLayout" Target="../slideLayouts/slideLayout317.xml"/><Relationship Id="rId17" Type="http://schemas.openxmlformats.org/officeDocument/2006/relationships/slideLayout" Target="../slideLayouts/slideLayout316.xml"/><Relationship Id="rId16" Type="http://schemas.openxmlformats.org/officeDocument/2006/relationships/slideLayout" Target="../slideLayouts/slideLayout315.xml"/><Relationship Id="rId15" Type="http://schemas.openxmlformats.org/officeDocument/2006/relationships/slideLayout" Target="../slideLayouts/slideLayout314.xml"/><Relationship Id="rId14" Type="http://schemas.openxmlformats.org/officeDocument/2006/relationships/slideLayout" Target="../slideLayouts/slideLayout313.xml"/><Relationship Id="rId13" Type="http://schemas.openxmlformats.org/officeDocument/2006/relationships/slideLayout" Target="../slideLayouts/slideLayout312.xml"/><Relationship Id="rId12" Type="http://schemas.openxmlformats.org/officeDocument/2006/relationships/slideLayout" Target="../slideLayouts/slideLayout311.xml"/><Relationship Id="rId11" Type="http://schemas.openxmlformats.org/officeDocument/2006/relationships/slideLayout" Target="../slideLayouts/slideLayout310.xml"/><Relationship Id="rId10" Type="http://schemas.openxmlformats.org/officeDocument/2006/relationships/slideLayout" Target="../slideLayouts/slideLayout309.xml"/><Relationship Id="rId1" Type="http://schemas.openxmlformats.org/officeDocument/2006/relationships/slideLayout" Target="../slideLayouts/slideLayout300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6.xml"/><Relationship Id="rId8" Type="http://schemas.openxmlformats.org/officeDocument/2006/relationships/slideLayout" Target="../slideLayouts/slideLayout325.xml"/><Relationship Id="rId7" Type="http://schemas.openxmlformats.org/officeDocument/2006/relationships/slideLayout" Target="../slideLayouts/slideLayout324.xml"/><Relationship Id="rId6" Type="http://schemas.openxmlformats.org/officeDocument/2006/relationships/slideLayout" Target="../slideLayouts/slideLayout323.xml"/><Relationship Id="rId5" Type="http://schemas.openxmlformats.org/officeDocument/2006/relationships/slideLayout" Target="../slideLayouts/slideLayout322.xml"/><Relationship Id="rId4" Type="http://schemas.openxmlformats.org/officeDocument/2006/relationships/slideLayout" Target="../slideLayouts/slideLayout321.xml"/><Relationship Id="rId3" Type="http://schemas.openxmlformats.org/officeDocument/2006/relationships/slideLayout" Target="../slideLayouts/slideLayout320.xml"/><Relationship Id="rId27" Type="http://schemas.openxmlformats.org/officeDocument/2006/relationships/theme" Target="../theme/theme19.xml"/><Relationship Id="rId26" Type="http://schemas.openxmlformats.org/officeDocument/2006/relationships/image" Target="../media/image14.svg"/><Relationship Id="rId25" Type="http://schemas.openxmlformats.org/officeDocument/2006/relationships/image" Target="../media/image8.png"/><Relationship Id="rId24" Type="http://schemas.openxmlformats.org/officeDocument/2006/relationships/tags" Target="../tags/tag2545.xml"/><Relationship Id="rId23" Type="http://schemas.openxmlformats.org/officeDocument/2006/relationships/tags" Target="../tags/tag2544.xml"/><Relationship Id="rId22" Type="http://schemas.openxmlformats.org/officeDocument/2006/relationships/tags" Target="../tags/tag2543.xml"/><Relationship Id="rId21" Type="http://schemas.openxmlformats.org/officeDocument/2006/relationships/tags" Target="../tags/tag2542.xml"/><Relationship Id="rId20" Type="http://schemas.openxmlformats.org/officeDocument/2006/relationships/tags" Target="../tags/tag2541.xml"/><Relationship Id="rId2" Type="http://schemas.openxmlformats.org/officeDocument/2006/relationships/slideLayout" Target="../slideLayouts/slideLayout319.xml"/><Relationship Id="rId19" Type="http://schemas.openxmlformats.org/officeDocument/2006/relationships/tags" Target="../tags/tag2540.xml"/><Relationship Id="rId18" Type="http://schemas.openxmlformats.org/officeDocument/2006/relationships/slideLayout" Target="../slideLayouts/slideLayout335.xml"/><Relationship Id="rId17" Type="http://schemas.openxmlformats.org/officeDocument/2006/relationships/slideLayout" Target="../slideLayouts/slideLayout334.xml"/><Relationship Id="rId16" Type="http://schemas.openxmlformats.org/officeDocument/2006/relationships/slideLayout" Target="../slideLayouts/slideLayout333.xml"/><Relationship Id="rId15" Type="http://schemas.openxmlformats.org/officeDocument/2006/relationships/slideLayout" Target="../slideLayouts/slideLayout332.xml"/><Relationship Id="rId14" Type="http://schemas.openxmlformats.org/officeDocument/2006/relationships/slideLayout" Target="../slideLayouts/slideLayout331.xml"/><Relationship Id="rId13" Type="http://schemas.openxmlformats.org/officeDocument/2006/relationships/slideLayout" Target="../slideLayouts/slideLayout330.xml"/><Relationship Id="rId12" Type="http://schemas.openxmlformats.org/officeDocument/2006/relationships/slideLayout" Target="../slideLayouts/slideLayout329.xml"/><Relationship Id="rId11" Type="http://schemas.openxmlformats.org/officeDocument/2006/relationships/slideLayout" Target="../slideLayouts/slideLayout328.xml"/><Relationship Id="rId10" Type="http://schemas.openxmlformats.org/officeDocument/2006/relationships/slideLayout" Target="../slideLayouts/slideLayout327.xml"/><Relationship Id="rId1" Type="http://schemas.openxmlformats.org/officeDocument/2006/relationships/slideLayout" Target="../slideLayouts/slideLayout318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4.xml"/><Relationship Id="rId8" Type="http://schemas.openxmlformats.org/officeDocument/2006/relationships/slideLayout" Target="../slideLayouts/slideLayout343.xml"/><Relationship Id="rId7" Type="http://schemas.openxmlformats.org/officeDocument/2006/relationships/slideLayout" Target="../slideLayouts/slideLayout342.xml"/><Relationship Id="rId6" Type="http://schemas.openxmlformats.org/officeDocument/2006/relationships/slideLayout" Target="../slideLayouts/slideLayout341.xml"/><Relationship Id="rId5" Type="http://schemas.openxmlformats.org/officeDocument/2006/relationships/slideLayout" Target="../slideLayouts/slideLayout340.xml"/><Relationship Id="rId4" Type="http://schemas.openxmlformats.org/officeDocument/2006/relationships/slideLayout" Target="../slideLayouts/slideLayout339.xml"/><Relationship Id="rId3" Type="http://schemas.openxmlformats.org/officeDocument/2006/relationships/slideLayout" Target="../slideLayouts/slideLayout338.xml"/><Relationship Id="rId27" Type="http://schemas.openxmlformats.org/officeDocument/2006/relationships/theme" Target="../theme/theme20.xml"/><Relationship Id="rId26" Type="http://schemas.openxmlformats.org/officeDocument/2006/relationships/image" Target="../media/image13.svg"/><Relationship Id="rId25" Type="http://schemas.openxmlformats.org/officeDocument/2006/relationships/image" Target="../media/image8.png"/><Relationship Id="rId24" Type="http://schemas.openxmlformats.org/officeDocument/2006/relationships/tags" Target="../tags/tag2683.xml"/><Relationship Id="rId23" Type="http://schemas.openxmlformats.org/officeDocument/2006/relationships/tags" Target="../tags/tag2682.xml"/><Relationship Id="rId22" Type="http://schemas.openxmlformats.org/officeDocument/2006/relationships/tags" Target="../tags/tag2681.xml"/><Relationship Id="rId21" Type="http://schemas.openxmlformats.org/officeDocument/2006/relationships/tags" Target="../tags/tag2680.xml"/><Relationship Id="rId20" Type="http://schemas.openxmlformats.org/officeDocument/2006/relationships/tags" Target="../tags/tag2679.xml"/><Relationship Id="rId2" Type="http://schemas.openxmlformats.org/officeDocument/2006/relationships/slideLayout" Target="../slideLayouts/slideLayout337.xml"/><Relationship Id="rId19" Type="http://schemas.openxmlformats.org/officeDocument/2006/relationships/tags" Target="../tags/tag2678.xml"/><Relationship Id="rId18" Type="http://schemas.openxmlformats.org/officeDocument/2006/relationships/slideLayout" Target="../slideLayouts/slideLayout353.xml"/><Relationship Id="rId17" Type="http://schemas.openxmlformats.org/officeDocument/2006/relationships/slideLayout" Target="../slideLayouts/slideLayout352.xml"/><Relationship Id="rId16" Type="http://schemas.openxmlformats.org/officeDocument/2006/relationships/slideLayout" Target="../slideLayouts/slideLayout351.xml"/><Relationship Id="rId15" Type="http://schemas.openxmlformats.org/officeDocument/2006/relationships/slideLayout" Target="../slideLayouts/slideLayout350.xml"/><Relationship Id="rId14" Type="http://schemas.openxmlformats.org/officeDocument/2006/relationships/slideLayout" Target="../slideLayouts/slideLayout349.xml"/><Relationship Id="rId13" Type="http://schemas.openxmlformats.org/officeDocument/2006/relationships/slideLayout" Target="../slideLayouts/slideLayout348.xml"/><Relationship Id="rId12" Type="http://schemas.openxmlformats.org/officeDocument/2006/relationships/slideLayout" Target="../slideLayouts/slideLayout347.xml"/><Relationship Id="rId11" Type="http://schemas.openxmlformats.org/officeDocument/2006/relationships/slideLayout" Target="../slideLayouts/slideLayout346.xml"/><Relationship Id="rId10" Type="http://schemas.openxmlformats.org/officeDocument/2006/relationships/slideLayout" Target="../slideLayouts/slideLayout345.xml"/><Relationship Id="rId1" Type="http://schemas.openxmlformats.org/officeDocument/2006/relationships/slideLayout" Target="../slideLayouts/slideLayout336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2.xml"/><Relationship Id="rId8" Type="http://schemas.openxmlformats.org/officeDocument/2006/relationships/slideLayout" Target="../slideLayouts/slideLayout361.xml"/><Relationship Id="rId7" Type="http://schemas.openxmlformats.org/officeDocument/2006/relationships/slideLayout" Target="../slideLayouts/slideLayout360.xml"/><Relationship Id="rId6" Type="http://schemas.openxmlformats.org/officeDocument/2006/relationships/slideLayout" Target="../slideLayouts/slideLayout359.xml"/><Relationship Id="rId5" Type="http://schemas.openxmlformats.org/officeDocument/2006/relationships/slideLayout" Target="../slideLayouts/slideLayout358.xml"/><Relationship Id="rId4" Type="http://schemas.openxmlformats.org/officeDocument/2006/relationships/slideLayout" Target="../slideLayouts/slideLayout357.xml"/><Relationship Id="rId3" Type="http://schemas.openxmlformats.org/officeDocument/2006/relationships/slideLayout" Target="../slideLayouts/slideLayout356.xml"/><Relationship Id="rId27" Type="http://schemas.openxmlformats.org/officeDocument/2006/relationships/theme" Target="../theme/theme21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2821.xml"/><Relationship Id="rId23" Type="http://schemas.openxmlformats.org/officeDocument/2006/relationships/tags" Target="../tags/tag2820.xml"/><Relationship Id="rId22" Type="http://schemas.openxmlformats.org/officeDocument/2006/relationships/tags" Target="../tags/tag2819.xml"/><Relationship Id="rId21" Type="http://schemas.openxmlformats.org/officeDocument/2006/relationships/tags" Target="../tags/tag2818.xml"/><Relationship Id="rId20" Type="http://schemas.openxmlformats.org/officeDocument/2006/relationships/tags" Target="../tags/tag2817.xml"/><Relationship Id="rId2" Type="http://schemas.openxmlformats.org/officeDocument/2006/relationships/slideLayout" Target="../slideLayouts/slideLayout355.xml"/><Relationship Id="rId19" Type="http://schemas.openxmlformats.org/officeDocument/2006/relationships/tags" Target="../tags/tag2816.xml"/><Relationship Id="rId18" Type="http://schemas.openxmlformats.org/officeDocument/2006/relationships/slideLayout" Target="../slideLayouts/slideLayout371.xml"/><Relationship Id="rId17" Type="http://schemas.openxmlformats.org/officeDocument/2006/relationships/slideLayout" Target="../slideLayouts/slideLayout370.xml"/><Relationship Id="rId16" Type="http://schemas.openxmlformats.org/officeDocument/2006/relationships/slideLayout" Target="../slideLayouts/slideLayout369.xml"/><Relationship Id="rId15" Type="http://schemas.openxmlformats.org/officeDocument/2006/relationships/slideLayout" Target="../slideLayouts/slideLayout368.xml"/><Relationship Id="rId14" Type="http://schemas.openxmlformats.org/officeDocument/2006/relationships/slideLayout" Target="../slideLayouts/slideLayout367.xml"/><Relationship Id="rId13" Type="http://schemas.openxmlformats.org/officeDocument/2006/relationships/slideLayout" Target="../slideLayouts/slideLayout366.xml"/><Relationship Id="rId12" Type="http://schemas.openxmlformats.org/officeDocument/2006/relationships/slideLayout" Target="../slideLayouts/slideLayout365.xml"/><Relationship Id="rId11" Type="http://schemas.openxmlformats.org/officeDocument/2006/relationships/slideLayout" Target="../slideLayouts/slideLayout364.xml"/><Relationship Id="rId10" Type="http://schemas.openxmlformats.org/officeDocument/2006/relationships/slideLayout" Target="../slideLayouts/slideLayout363.xml"/><Relationship Id="rId1" Type="http://schemas.openxmlformats.org/officeDocument/2006/relationships/slideLayout" Target="../slideLayouts/slideLayout354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0.xml"/><Relationship Id="rId8" Type="http://schemas.openxmlformats.org/officeDocument/2006/relationships/slideLayout" Target="../slideLayouts/slideLayout379.xml"/><Relationship Id="rId7" Type="http://schemas.openxmlformats.org/officeDocument/2006/relationships/slideLayout" Target="../slideLayouts/slideLayout378.xml"/><Relationship Id="rId6" Type="http://schemas.openxmlformats.org/officeDocument/2006/relationships/slideLayout" Target="../slideLayouts/slideLayout377.xml"/><Relationship Id="rId5" Type="http://schemas.openxmlformats.org/officeDocument/2006/relationships/slideLayout" Target="../slideLayouts/slideLayout376.xml"/><Relationship Id="rId4" Type="http://schemas.openxmlformats.org/officeDocument/2006/relationships/slideLayout" Target="../slideLayouts/slideLayout375.xml"/><Relationship Id="rId3" Type="http://schemas.openxmlformats.org/officeDocument/2006/relationships/slideLayout" Target="../slideLayouts/slideLayout374.xml"/><Relationship Id="rId27" Type="http://schemas.openxmlformats.org/officeDocument/2006/relationships/theme" Target="../theme/theme22.xml"/><Relationship Id="rId26" Type="http://schemas.openxmlformats.org/officeDocument/2006/relationships/image" Target="../media/image12.svg"/><Relationship Id="rId25" Type="http://schemas.openxmlformats.org/officeDocument/2006/relationships/image" Target="../media/image8.png"/><Relationship Id="rId24" Type="http://schemas.openxmlformats.org/officeDocument/2006/relationships/tags" Target="../tags/tag2959.xml"/><Relationship Id="rId23" Type="http://schemas.openxmlformats.org/officeDocument/2006/relationships/tags" Target="../tags/tag2958.xml"/><Relationship Id="rId22" Type="http://schemas.openxmlformats.org/officeDocument/2006/relationships/tags" Target="../tags/tag2957.xml"/><Relationship Id="rId21" Type="http://schemas.openxmlformats.org/officeDocument/2006/relationships/tags" Target="../tags/tag2956.xml"/><Relationship Id="rId20" Type="http://schemas.openxmlformats.org/officeDocument/2006/relationships/tags" Target="../tags/tag2955.xml"/><Relationship Id="rId2" Type="http://schemas.openxmlformats.org/officeDocument/2006/relationships/slideLayout" Target="../slideLayouts/slideLayout373.xml"/><Relationship Id="rId19" Type="http://schemas.openxmlformats.org/officeDocument/2006/relationships/tags" Target="../tags/tag2954.xml"/><Relationship Id="rId18" Type="http://schemas.openxmlformats.org/officeDocument/2006/relationships/slideLayout" Target="../slideLayouts/slideLayout389.xml"/><Relationship Id="rId17" Type="http://schemas.openxmlformats.org/officeDocument/2006/relationships/slideLayout" Target="../slideLayouts/slideLayout388.xml"/><Relationship Id="rId16" Type="http://schemas.openxmlformats.org/officeDocument/2006/relationships/slideLayout" Target="../slideLayouts/slideLayout387.xml"/><Relationship Id="rId15" Type="http://schemas.openxmlformats.org/officeDocument/2006/relationships/slideLayout" Target="../slideLayouts/slideLayout386.xml"/><Relationship Id="rId14" Type="http://schemas.openxmlformats.org/officeDocument/2006/relationships/slideLayout" Target="../slideLayouts/slideLayout385.xml"/><Relationship Id="rId13" Type="http://schemas.openxmlformats.org/officeDocument/2006/relationships/slideLayout" Target="../slideLayouts/slideLayout384.xml"/><Relationship Id="rId12" Type="http://schemas.openxmlformats.org/officeDocument/2006/relationships/slideLayout" Target="../slideLayouts/slideLayout383.xml"/><Relationship Id="rId11" Type="http://schemas.openxmlformats.org/officeDocument/2006/relationships/slideLayout" Target="../slideLayouts/slideLayout382.xml"/><Relationship Id="rId10" Type="http://schemas.openxmlformats.org/officeDocument/2006/relationships/slideLayout" Target="../slideLayouts/slideLayout381.xml"/><Relationship Id="rId1" Type="http://schemas.openxmlformats.org/officeDocument/2006/relationships/slideLayout" Target="../slideLayouts/slideLayout37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8.xml"/><Relationship Id="rId8" Type="http://schemas.openxmlformats.org/officeDocument/2006/relationships/slideLayout" Target="../slideLayouts/slideLayout397.xml"/><Relationship Id="rId7" Type="http://schemas.openxmlformats.org/officeDocument/2006/relationships/slideLayout" Target="../slideLayouts/slideLayout396.xml"/><Relationship Id="rId6" Type="http://schemas.openxmlformats.org/officeDocument/2006/relationships/slideLayout" Target="../slideLayouts/slideLayout395.xml"/><Relationship Id="rId5" Type="http://schemas.openxmlformats.org/officeDocument/2006/relationships/slideLayout" Target="../slideLayouts/slideLayout394.xml"/><Relationship Id="rId4" Type="http://schemas.openxmlformats.org/officeDocument/2006/relationships/slideLayout" Target="../slideLayouts/slideLayout393.xml"/><Relationship Id="rId3" Type="http://schemas.openxmlformats.org/officeDocument/2006/relationships/slideLayout" Target="../slideLayouts/slideLayout392.xml"/><Relationship Id="rId27" Type="http://schemas.openxmlformats.org/officeDocument/2006/relationships/theme" Target="../theme/theme23.xml"/><Relationship Id="rId26" Type="http://schemas.openxmlformats.org/officeDocument/2006/relationships/image" Target="../media/image10.svg"/><Relationship Id="rId25" Type="http://schemas.openxmlformats.org/officeDocument/2006/relationships/image" Target="../media/image8.png"/><Relationship Id="rId24" Type="http://schemas.openxmlformats.org/officeDocument/2006/relationships/tags" Target="../tags/tag3097.xml"/><Relationship Id="rId23" Type="http://schemas.openxmlformats.org/officeDocument/2006/relationships/tags" Target="../tags/tag3096.xml"/><Relationship Id="rId22" Type="http://schemas.openxmlformats.org/officeDocument/2006/relationships/tags" Target="../tags/tag3095.xml"/><Relationship Id="rId21" Type="http://schemas.openxmlformats.org/officeDocument/2006/relationships/tags" Target="../tags/tag3094.xml"/><Relationship Id="rId20" Type="http://schemas.openxmlformats.org/officeDocument/2006/relationships/tags" Target="../tags/tag3093.xml"/><Relationship Id="rId2" Type="http://schemas.openxmlformats.org/officeDocument/2006/relationships/slideLayout" Target="../slideLayouts/slideLayout391.xml"/><Relationship Id="rId19" Type="http://schemas.openxmlformats.org/officeDocument/2006/relationships/tags" Target="../tags/tag3092.xml"/><Relationship Id="rId18" Type="http://schemas.openxmlformats.org/officeDocument/2006/relationships/slideLayout" Target="../slideLayouts/slideLayout407.xml"/><Relationship Id="rId17" Type="http://schemas.openxmlformats.org/officeDocument/2006/relationships/slideLayout" Target="../slideLayouts/slideLayout406.xml"/><Relationship Id="rId16" Type="http://schemas.openxmlformats.org/officeDocument/2006/relationships/slideLayout" Target="../slideLayouts/slideLayout405.xml"/><Relationship Id="rId15" Type="http://schemas.openxmlformats.org/officeDocument/2006/relationships/slideLayout" Target="../slideLayouts/slideLayout404.xml"/><Relationship Id="rId14" Type="http://schemas.openxmlformats.org/officeDocument/2006/relationships/slideLayout" Target="../slideLayouts/slideLayout403.xml"/><Relationship Id="rId13" Type="http://schemas.openxmlformats.org/officeDocument/2006/relationships/slideLayout" Target="../slideLayouts/slideLayout402.xml"/><Relationship Id="rId12" Type="http://schemas.openxmlformats.org/officeDocument/2006/relationships/slideLayout" Target="../slideLayouts/slideLayout401.xml"/><Relationship Id="rId11" Type="http://schemas.openxmlformats.org/officeDocument/2006/relationships/slideLayout" Target="../slideLayouts/slideLayout400.xml"/><Relationship Id="rId10" Type="http://schemas.openxmlformats.org/officeDocument/2006/relationships/slideLayout" Target="../slideLayouts/slideLayout399.xml"/><Relationship Id="rId1" Type="http://schemas.openxmlformats.org/officeDocument/2006/relationships/slideLayout" Target="../slideLayouts/slideLayout390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6.xml"/><Relationship Id="rId8" Type="http://schemas.openxmlformats.org/officeDocument/2006/relationships/slideLayout" Target="../slideLayouts/slideLayout415.xml"/><Relationship Id="rId7" Type="http://schemas.openxmlformats.org/officeDocument/2006/relationships/slideLayout" Target="../slideLayouts/slideLayout414.xml"/><Relationship Id="rId6" Type="http://schemas.openxmlformats.org/officeDocument/2006/relationships/slideLayout" Target="../slideLayouts/slideLayout413.xml"/><Relationship Id="rId5" Type="http://schemas.openxmlformats.org/officeDocument/2006/relationships/slideLayout" Target="../slideLayouts/slideLayout412.xml"/><Relationship Id="rId4" Type="http://schemas.openxmlformats.org/officeDocument/2006/relationships/slideLayout" Target="../slideLayouts/slideLayout411.xml"/><Relationship Id="rId3" Type="http://schemas.openxmlformats.org/officeDocument/2006/relationships/slideLayout" Target="../slideLayouts/slideLayout410.xml"/><Relationship Id="rId27" Type="http://schemas.openxmlformats.org/officeDocument/2006/relationships/theme" Target="../theme/theme24.xml"/><Relationship Id="rId26" Type="http://schemas.openxmlformats.org/officeDocument/2006/relationships/image" Target="../media/image16.svg"/><Relationship Id="rId25" Type="http://schemas.openxmlformats.org/officeDocument/2006/relationships/image" Target="../media/image15.png"/><Relationship Id="rId24" Type="http://schemas.openxmlformats.org/officeDocument/2006/relationships/tags" Target="../tags/tag3235.xml"/><Relationship Id="rId23" Type="http://schemas.openxmlformats.org/officeDocument/2006/relationships/tags" Target="../tags/tag3234.xml"/><Relationship Id="rId22" Type="http://schemas.openxmlformats.org/officeDocument/2006/relationships/tags" Target="../tags/tag3233.xml"/><Relationship Id="rId21" Type="http://schemas.openxmlformats.org/officeDocument/2006/relationships/tags" Target="../tags/tag3232.xml"/><Relationship Id="rId20" Type="http://schemas.openxmlformats.org/officeDocument/2006/relationships/tags" Target="../tags/tag3231.xml"/><Relationship Id="rId2" Type="http://schemas.openxmlformats.org/officeDocument/2006/relationships/slideLayout" Target="../slideLayouts/slideLayout409.xml"/><Relationship Id="rId19" Type="http://schemas.openxmlformats.org/officeDocument/2006/relationships/tags" Target="../tags/tag3230.xml"/><Relationship Id="rId18" Type="http://schemas.openxmlformats.org/officeDocument/2006/relationships/slideLayout" Target="../slideLayouts/slideLayout425.xml"/><Relationship Id="rId17" Type="http://schemas.openxmlformats.org/officeDocument/2006/relationships/slideLayout" Target="../slideLayouts/slideLayout424.xml"/><Relationship Id="rId16" Type="http://schemas.openxmlformats.org/officeDocument/2006/relationships/slideLayout" Target="../slideLayouts/slideLayout423.xml"/><Relationship Id="rId15" Type="http://schemas.openxmlformats.org/officeDocument/2006/relationships/slideLayout" Target="../slideLayouts/slideLayout422.xml"/><Relationship Id="rId14" Type="http://schemas.openxmlformats.org/officeDocument/2006/relationships/slideLayout" Target="../slideLayouts/slideLayout421.xml"/><Relationship Id="rId13" Type="http://schemas.openxmlformats.org/officeDocument/2006/relationships/slideLayout" Target="../slideLayouts/slideLayout420.xml"/><Relationship Id="rId12" Type="http://schemas.openxmlformats.org/officeDocument/2006/relationships/slideLayout" Target="../slideLayouts/slideLayout419.xml"/><Relationship Id="rId11" Type="http://schemas.openxmlformats.org/officeDocument/2006/relationships/slideLayout" Target="../slideLayouts/slideLayout418.xml"/><Relationship Id="rId10" Type="http://schemas.openxmlformats.org/officeDocument/2006/relationships/slideLayout" Target="../slideLayouts/slideLayout417.xml"/><Relationship Id="rId1" Type="http://schemas.openxmlformats.org/officeDocument/2006/relationships/slideLayout" Target="../slideLayouts/slideLayout4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长标—标准字体"/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  <p:sldLayoutId id="214748386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  <p:sldLayoutId id="214748388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  <p:sldLayoutId id="214748390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  <p:sldLayoutId id="2147483924" r:id="rId17"/>
    <p:sldLayoutId id="2147483925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  <p:sldLayoutId id="2147483938" r:id="rId12"/>
    <p:sldLayoutId id="2147483939" r:id="rId13"/>
    <p:sldLayoutId id="2147483940" r:id="rId14"/>
    <p:sldLayoutId id="2147483941" r:id="rId15"/>
    <p:sldLayoutId id="2147483942" r:id="rId16"/>
    <p:sldLayoutId id="2147483943" r:id="rId17"/>
    <p:sldLayoutId id="2147483944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  <p:sldLayoutId id="2147483958" r:id="rId13"/>
    <p:sldLayoutId id="2147483959" r:id="rId14"/>
    <p:sldLayoutId id="2147483960" r:id="rId15"/>
    <p:sldLayoutId id="2147483961" r:id="rId16"/>
    <p:sldLayoutId id="2147483962" r:id="rId17"/>
    <p:sldLayoutId id="2147483963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7" r:id="rId13"/>
    <p:sldLayoutId id="2147483978" r:id="rId14"/>
    <p:sldLayoutId id="2147483979" r:id="rId15"/>
    <p:sldLayoutId id="2147483980" r:id="rId16"/>
    <p:sldLayoutId id="2147483981" r:id="rId17"/>
    <p:sldLayoutId id="2147483982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  <p:sldLayoutId id="2147483995" r:id="rId12"/>
    <p:sldLayoutId id="2147483996" r:id="rId13"/>
    <p:sldLayoutId id="2147483997" r:id="rId14"/>
    <p:sldLayoutId id="2147483998" r:id="rId15"/>
    <p:sldLayoutId id="2147483999" r:id="rId16"/>
    <p:sldLayoutId id="2147484000" r:id="rId17"/>
    <p:sldLayoutId id="2147484001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  <p:sldLayoutId id="2147484018" r:id="rId16"/>
    <p:sldLayoutId id="2147484019" r:id="rId17"/>
    <p:sldLayoutId id="2147484020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  <p:sldLayoutId id="2147484033" r:id="rId12"/>
    <p:sldLayoutId id="2147484034" r:id="rId13"/>
    <p:sldLayoutId id="2147484035" r:id="rId14"/>
    <p:sldLayoutId id="2147484036" r:id="rId15"/>
    <p:sldLayoutId id="2147484037" r:id="rId16"/>
    <p:sldLayoutId id="2147484038" r:id="rId17"/>
    <p:sldLayoutId id="2147484039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3" r:id="rId3"/>
    <p:sldLayoutId id="2147484044" r:id="rId4"/>
    <p:sldLayoutId id="2147484045" r:id="rId5"/>
    <p:sldLayoutId id="2147484046" r:id="rId6"/>
    <p:sldLayoutId id="2147484047" r:id="rId7"/>
    <p:sldLayoutId id="2147484048" r:id="rId8"/>
    <p:sldLayoutId id="2147484049" r:id="rId9"/>
    <p:sldLayoutId id="2147484050" r:id="rId10"/>
    <p:sldLayoutId id="2147484051" r:id="rId11"/>
    <p:sldLayoutId id="2147484052" r:id="rId12"/>
    <p:sldLayoutId id="2147484053" r:id="rId13"/>
    <p:sldLayoutId id="2147484054" r:id="rId14"/>
    <p:sldLayoutId id="2147484055" r:id="rId15"/>
    <p:sldLayoutId id="2147484056" r:id="rId16"/>
    <p:sldLayoutId id="2147484057" r:id="rId17"/>
    <p:sldLayoutId id="214748405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1" r:id="rId12"/>
    <p:sldLayoutId id="2147484072" r:id="rId13"/>
    <p:sldLayoutId id="2147484073" r:id="rId14"/>
    <p:sldLayoutId id="2147484074" r:id="rId15"/>
    <p:sldLayoutId id="2147484075" r:id="rId16"/>
    <p:sldLayoutId id="2147484076" r:id="rId17"/>
    <p:sldLayoutId id="214748407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0.xml"/><Relationship Id="rId4" Type="http://schemas.openxmlformats.org/officeDocument/2006/relationships/tags" Target="../tags/tag3238.xml"/><Relationship Id="rId3" Type="http://schemas.openxmlformats.org/officeDocument/2006/relationships/tags" Target="../tags/tag3237.xml"/><Relationship Id="rId2" Type="http://schemas.openxmlformats.org/officeDocument/2006/relationships/image" Target="../media/image17.png"/><Relationship Id="rId1" Type="http://schemas.openxmlformats.org/officeDocument/2006/relationships/tags" Target="../tags/tag323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247.xml"/><Relationship Id="rId8" Type="http://schemas.openxmlformats.org/officeDocument/2006/relationships/tags" Target="../tags/tag3246.xml"/><Relationship Id="rId7" Type="http://schemas.openxmlformats.org/officeDocument/2006/relationships/tags" Target="../tags/tag3245.xml"/><Relationship Id="rId6" Type="http://schemas.openxmlformats.org/officeDocument/2006/relationships/tags" Target="../tags/tag3244.xml"/><Relationship Id="rId5" Type="http://schemas.openxmlformats.org/officeDocument/2006/relationships/tags" Target="../tags/tag3243.xml"/><Relationship Id="rId4" Type="http://schemas.openxmlformats.org/officeDocument/2006/relationships/tags" Target="../tags/tag3242.xml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7.xml"/><Relationship Id="rId3" Type="http://schemas.openxmlformats.org/officeDocument/2006/relationships/tags" Target="../tags/tag3241.xml"/><Relationship Id="rId29" Type="http://schemas.openxmlformats.org/officeDocument/2006/relationships/tags" Target="../tags/tag3265.xml"/><Relationship Id="rId28" Type="http://schemas.openxmlformats.org/officeDocument/2006/relationships/image" Target="../media/image2.svg"/><Relationship Id="rId27" Type="http://schemas.openxmlformats.org/officeDocument/2006/relationships/image" Target="../media/image1.png"/><Relationship Id="rId26" Type="http://schemas.openxmlformats.org/officeDocument/2006/relationships/tags" Target="../tags/tag3264.xml"/><Relationship Id="rId25" Type="http://schemas.openxmlformats.org/officeDocument/2006/relationships/tags" Target="../tags/tag3263.xml"/><Relationship Id="rId24" Type="http://schemas.openxmlformats.org/officeDocument/2006/relationships/tags" Target="../tags/tag3262.xml"/><Relationship Id="rId23" Type="http://schemas.openxmlformats.org/officeDocument/2006/relationships/tags" Target="../tags/tag3261.xml"/><Relationship Id="rId22" Type="http://schemas.openxmlformats.org/officeDocument/2006/relationships/tags" Target="../tags/tag3260.xml"/><Relationship Id="rId21" Type="http://schemas.openxmlformats.org/officeDocument/2006/relationships/tags" Target="../tags/tag3259.xml"/><Relationship Id="rId20" Type="http://schemas.openxmlformats.org/officeDocument/2006/relationships/tags" Target="../tags/tag3258.xml"/><Relationship Id="rId2" Type="http://schemas.openxmlformats.org/officeDocument/2006/relationships/tags" Target="../tags/tag3240.xml"/><Relationship Id="rId19" Type="http://schemas.openxmlformats.org/officeDocument/2006/relationships/tags" Target="../tags/tag3257.xml"/><Relationship Id="rId18" Type="http://schemas.openxmlformats.org/officeDocument/2006/relationships/tags" Target="../tags/tag3256.xml"/><Relationship Id="rId17" Type="http://schemas.openxmlformats.org/officeDocument/2006/relationships/tags" Target="../tags/tag3255.xml"/><Relationship Id="rId16" Type="http://schemas.openxmlformats.org/officeDocument/2006/relationships/tags" Target="../tags/tag3254.xml"/><Relationship Id="rId15" Type="http://schemas.openxmlformats.org/officeDocument/2006/relationships/tags" Target="../tags/tag3253.xml"/><Relationship Id="rId14" Type="http://schemas.openxmlformats.org/officeDocument/2006/relationships/tags" Target="../tags/tag3252.xml"/><Relationship Id="rId13" Type="http://schemas.openxmlformats.org/officeDocument/2006/relationships/tags" Target="../tags/tag3251.xml"/><Relationship Id="rId12" Type="http://schemas.openxmlformats.org/officeDocument/2006/relationships/tags" Target="../tags/tag3250.xml"/><Relationship Id="rId11" Type="http://schemas.openxmlformats.org/officeDocument/2006/relationships/tags" Target="../tags/tag3249.xml"/><Relationship Id="rId10" Type="http://schemas.openxmlformats.org/officeDocument/2006/relationships/tags" Target="../tags/tag3248.xml"/><Relationship Id="rId1" Type="http://schemas.openxmlformats.org/officeDocument/2006/relationships/tags" Target="../tags/tag3239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3269.xml"/><Relationship Id="rId4" Type="http://schemas.openxmlformats.org/officeDocument/2006/relationships/image" Target="../media/image18.png"/><Relationship Id="rId3" Type="http://schemas.openxmlformats.org/officeDocument/2006/relationships/tags" Target="../tags/tag3268.xml"/><Relationship Id="rId2" Type="http://schemas.openxmlformats.org/officeDocument/2006/relationships/tags" Target="../tags/tag3267.xml"/><Relationship Id="rId1" Type="http://schemas.openxmlformats.org/officeDocument/2006/relationships/tags" Target="../tags/tag326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54.xml"/><Relationship Id="rId7" Type="http://schemas.openxmlformats.org/officeDocument/2006/relationships/tags" Target="../tags/tag3276.xml"/><Relationship Id="rId6" Type="http://schemas.openxmlformats.org/officeDocument/2006/relationships/tags" Target="../tags/tag3275.xml"/><Relationship Id="rId5" Type="http://schemas.openxmlformats.org/officeDocument/2006/relationships/tags" Target="../tags/tag3274.xml"/><Relationship Id="rId4" Type="http://schemas.openxmlformats.org/officeDocument/2006/relationships/tags" Target="../tags/tag3273.xml"/><Relationship Id="rId3" Type="http://schemas.openxmlformats.org/officeDocument/2006/relationships/tags" Target="../tags/tag3272.xml"/><Relationship Id="rId2" Type="http://schemas.openxmlformats.org/officeDocument/2006/relationships/tags" Target="../tags/tag3271.xml"/><Relationship Id="rId1" Type="http://schemas.openxmlformats.org/officeDocument/2006/relationships/tags" Target="../tags/tag3270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94.xml"/><Relationship Id="rId4" Type="http://schemas.openxmlformats.org/officeDocument/2006/relationships/tags" Target="../tags/tag3279.xml"/><Relationship Id="rId3" Type="http://schemas.openxmlformats.org/officeDocument/2006/relationships/image" Target="../media/image18.png"/><Relationship Id="rId2" Type="http://schemas.openxmlformats.org/officeDocument/2006/relationships/tags" Target="../tags/tag3278.xml"/><Relationship Id="rId1" Type="http://schemas.openxmlformats.org/officeDocument/2006/relationships/tags" Target="../tags/tag32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2.xml"/><Relationship Id="rId1" Type="http://schemas.openxmlformats.org/officeDocument/2006/relationships/tags" Target="../tags/tag328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60.xml"/><Relationship Id="rId4" Type="http://schemas.openxmlformats.org/officeDocument/2006/relationships/tags" Target="../tags/tag328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0.xml"/><Relationship Id="rId1" Type="http://schemas.openxmlformats.org/officeDocument/2006/relationships/tags" Target="../tags/tag328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8.xml"/><Relationship Id="rId1" Type="http://schemas.openxmlformats.org/officeDocument/2006/relationships/tags" Target="../tags/tag328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42.xml"/><Relationship Id="rId4" Type="http://schemas.openxmlformats.org/officeDocument/2006/relationships/tags" Target="../tags/tag3284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4.xml"/><Relationship Id="rId1" Type="http://schemas.openxmlformats.org/officeDocument/2006/relationships/tags" Target="../tags/tag328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06.xml"/><Relationship Id="rId3" Type="http://schemas.openxmlformats.org/officeDocument/2006/relationships/tags" Target="../tags/tag3286.xml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378.xml"/><Relationship Id="rId4" Type="http://schemas.openxmlformats.org/officeDocument/2006/relationships/tags" Target="../tags/tag3287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88.xml"/><Relationship Id="rId1" Type="http://schemas.openxmlformats.org/officeDocument/2006/relationships/tags" Target="../tags/tag328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6.xml"/><Relationship Id="rId2" Type="http://schemas.openxmlformats.org/officeDocument/2006/relationships/tags" Target="../tags/tag3289.xml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396.xml"/><Relationship Id="rId3" Type="http://schemas.openxmlformats.org/officeDocument/2006/relationships/tags" Target="../tags/tag3290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62.xml"/><Relationship Id="rId1" Type="http://schemas.openxmlformats.org/officeDocument/2006/relationships/tags" Target="../tags/tag329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0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12.xml"/><Relationship Id="rId4" Type="http://schemas.openxmlformats.org/officeDocument/2006/relationships/tags" Target="../tags/tag3294.xml"/><Relationship Id="rId3" Type="http://schemas.openxmlformats.org/officeDocument/2006/relationships/image" Target="../media/image18.png"/><Relationship Id="rId2" Type="http://schemas.openxmlformats.org/officeDocument/2006/relationships/tags" Target="../tags/tag3293.xml"/><Relationship Id="rId1" Type="http://schemas.openxmlformats.org/officeDocument/2006/relationships/tags" Target="../tags/tag329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52.xml"/><Relationship Id="rId1" Type="http://schemas.openxmlformats.org/officeDocument/2006/relationships/tags" Target="../tags/tag3295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34.xml"/><Relationship Id="rId4" Type="http://schemas.openxmlformats.org/officeDocument/2006/relationships/tags" Target="../tags/tag3296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hyperlink" Target="https://docs.siliconflow.cn/cn/api-reference/chat-completions/chat-completions" TargetMode="Externa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34.xml"/><Relationship Id="rId2" Type="http://schemas.openxmlformats.org/officeDocument/2006/relationships/tags" Target="../tags/tag3297.xml"/><Relationship Id="rId1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34.xml"/><Relationship Id="rId1" Type="http://schemas.openxmlformats.org/officeDocument/2006/relationships/tags" Target="../tags/tag3298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34.xml"/><Relationship Id="rId2" Type="http://schemas.openxmlformats.org/officeDocument/2006/relationships/tags" Target="../tags/tag3299.xml"/><Relationship Id="rId1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66.xml"/><Relationship Id="rId4" Type="http://schemas.openxmlformats.org/officeDocument/2006/relationships/tags" Target="../tags/tag3302.xml"/><Relationship Id="rId3" Type="http://schemas.openxmlformats.org/officeDocument/2006/relationships/image" Target="../media/image18.png"/><Relationship Id="rId2" Type="http://schemas.openxmlformats.org/officeDocument/2006/relationships/tags" Target="../tags/tag3301.xml"/><Relationship Id="rId1" Type="http://schemas.openxmlformats.org/officeDocument/2006/relationships/tags" Target="../tags/tag3300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324.xml"/><Relationship Id="rId3" Type="http://schemas.openxmlformats.org/officeDocument/2006/relationships/tags" Target="../tags/tag3303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324.xml"/><Relationship Id="rId3" Type="http://schemas.openxmlformats.org/officeDocument/2006/relationships/tags" Target="../tags/tag3304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414.xml"/><Relationship Id="rId2" Type="http://schemas.openxmlformats.org/officeDocument/2006/relationships/tags" Target="../tags/tag3305.xml"/><Relationship Id="rId1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324.xml"/><Relationship Id="rId4" Type="http://schemas.openxmlformats.org/officeDocument/2006/relationships/tags" Target="../tags/tag3306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324.xml"/><Relationship Id="rId2" Type="http://schemas.openxmlformats.org/officeDocument/2006/relationships/tags" Target="../tags/tag3307.xml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324.xml"/><Relationship Id="rId2" Type="http://schemas.openxmlformats.org/officeDocument/2006/relationships/tags" Target="../tags/tag3308.xml"/><Relationship Id="rId1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324.xml"/><Relationship Id="rId3" Type="http://schemas.openxmlformats.org/officeDocument/2006/relationships/tags" Target="../tags/tag3309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324.xml"/><Relationship Id="rId1" Type="http://schemas.openxmlformats.org/officeDocument/2006/relationships/tags" Target="../tags/tag3310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324.xml"/><Relationship Id="rId2" Type="http://schemas.openxmlformats.org/officeDocument/2006/relationships/tags" Target="../tags/tag3311.xml"/><Relationship Id="rId1" Type="http://schemas.openxmlformats.org/officeDocument/2006/relationships/image" Target="../media/image5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3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4"/>
            <p:custDataLst>
              <p:tags r:id="rId1"/>
            </p:custDataLst>
          </p:nvPr>
        </p:nvSpPr>
        <p:spPr>
          <a:xfrm>
            <a:off x="10205720" y="6464935"/>
            <a:ext cx="1920240" cy="339725"/>
          </a:xfrm>
        </p:spPr>
        <p:txBody>
          <a:bodyPr wrap="square">
            <a:normAutofit fontScale="80000" lnSpcReduction="10000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202</a:t>
            </a:r>
            <a:r>
              <a:rPr lang="en-US" altLang="zh-CN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5</a:t>
            </a:r>
            <a:r>
              <a: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年</a:t>
            </a:r>
            <a:r>
              <a:rPr lang="en-US" altLang="zh-CN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11</a:t>
            </a:r>
            <a:r>
              <a: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月</a:t>
            </a:r>
            <a:r>
              <a:rPr lang="en-US" altLang="zh-CN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26</a:t>
            </a:r>
            <a:r>
              <a: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日</a:t>
            </a:r>
            <a:endParaRPr lang="zh-CN" altLang="en-US" sz="2000" dirty="0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9" t="33923" r="10318" b="32357"/>
          <a:stretch>
            <a:fillRect/>
          </a:stretch>
        </p:blipFill>
        <p:spPr>
          <a:xfrm>
            <a:off x="2018114" y="2228033"/>
            <a:ext cx="7377303" cy="2169795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7" name="文本框 6"/>
          <p:cNvSpPr txBox="1"/>
          <p:nvPr/>
        </p:nvSpPr>
        <p:spPr>
          <a:xfrm>
            <a:off x="1033780" y="4523740"/>
            <a:ext cx="101238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技术分享</a:t>
            </a:r>
            <a:endParaRPr lang="zh-CN" altLang="en-US" sz="4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构建面向对象的对话程序（上下文与输入管理）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副标题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783965" y="5970905"/>
            <a:ext cx="4624070" cy="738505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讲师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高绍洋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黄启轩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0540" y="2161540"/>
            <a:ext cx="11049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github</a:t>
            </a:r>
            <a:r>
              <a:rPr lang="zh-CN" altLang="en-US"/>
              <a:t>仓库</a:t>
            </a:r>
            <a:r>
              <a:rPr lang="en-US" altLang="zh-CN"/>
              <a:t>https://github.com/Boyuan-Autograder/Lesson-2-Build-an-Object-Oriented-Dialogue-Program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>
            <p:custDataLst>
              <p:tags r:id="rId1"/>
            </p:custDataLst>
          </p:nvPr>
        </p:nvSpPr>
        <p:spPr>
          <a:xfrm>
            <a:off x="7656195" y="1404620"/>
            <a:ext cx="2709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00">
                <a:solidFill>
                  <a:schemeClr val="accent5">
                    <a:lumMod val="50000"/>
                  </a:schemeClr>
                </a:solidFill>
                <a:effectLst/>
                <a:latin typeface="Noto Sans S Chinese Light" panose="020B0300000000000000" charset="-122"/>
                <a:ea typeface="Noto Sans S Chinese Light" panose="020B0300000000000000" charset="-122"/>
              </a:rPr>
              <a:t>CONTENTS</a:t>
            </a:r>
            <a:endParaRPr lang="en-US" altLang="zh-CN" sz="1000">
              <a:solidFill>
                <a:schemeClr val="accent5">
                  <a:lumMod val="50000"/>
                </a:schemeClr>
              </a:solidFill>
              <a:effectLst/>
              <a:latin typeface="Noto Sans S Chinese Light" panose="020B0300000000000000" charset="-122"/>
              <a:ea typeface="Noto Sans S Chinese Light" panose="020B03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2"/>
            </p:custDataLst>
          </p:nvPr>
        </p:nvSpPr>
        <p:spPr>
          <a:xfrm>
            <a:off x="1106805" y="519430"/>
            <a:ext cx="11043285" cy="706755"/>
          </a:xfrm>
          <a:prstGeom prst="rect">
            <a:avLst/>
          </a:prstGeom>
          <a:noFill/>
        </p:spPr>
        <p:txBody>
          <a:bodyPr wrap="square" lIns="0" rtlCol="0"/>
          <a:lstStyle>
            <a:defPPr>
              <a:defRPr lang="zh-CN"/>
            </a:defPPr>
            <a:lvl1pPr>
              <a:defRPr sz="40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0">
                <a:solidFill>
                  <a:schemeClr val="accent1"/>
                </a:solidFill>
                <a:ea typeface="汉仪旗黑-85S" panose="00020600040101010101" pitchFamily="18" charset="-122"/>
              </a:rPr>
              <a:t>第</a:t>
            </a:r>
            <a:r>
              <a:rPr lang="en-US" altLang="zh-CN" sz="3600" b="0">
                <a:solidFill>
                  <a:schemeClr val="accent1"/>
                </a:solidFill>
                <a:ea typeface="汉仪旗黑-85S" panose="00020600040101010101" pitchFamily="18" charset="-122"/>
              </a:rPr>
              <a:t>2</a:t>
            </a:r>
            <a:r>
              <a:rPr lang="zh-CN" altLang="en-US" sz="3600" b="0">
                <a:solidFill>
                  <a:schemeClr val="accent1"/>
                </a:solidFill>
                <a:ea typeface="汉仪旗黑-85S" panose="00020600040101010101" pitchFamily="18" charset="-122"/>
              </a:rPr>
              <a:t>节：面向对象的对话程序设计</a:t>
            </a:r>
            <a:endParaRPr lang="zh-CN" altLang="en-US" sz="3600" b="0">
              <a:solidFill>
                <a:schemeClr val="accent1"/>
              </a:solidFill>
              <a:ea typeface="汉仪旗黑-85S" panose="00020600040101010101" pitchFamily="18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zh-CN" altLang="en-US" sz="3600" b="0">
              <a:solidFill>
                <a:schemeClr val="accent1"/>
              </a:solidFill>
              <a:ea typeface="汉仪旗黑-85S" panose="00020600040101010101" pitchFamily="18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6944995" y="1670050"/>
            <a:ext cx="4398010" cy="1112520"/>
            <a:chOff x="10937" y="2630"/>
            <a:chExt cx="6926" cy="1752"/>
          </a:xfrm>
        </p:grpSpPr>
        <p:cxnSp>
          <p:nvCxnSpPr>
            <p:cNvPr id="89" name="直接连接符 88"/>
            <p:cNvCxnSpPr/>
            <p:nvPr>
              <p:custDataLst>
                <p:tags r:id="rId4"/>
              </p:custDataLst>
            </p:nvPr>
          </p:nvCxnSpPr>
          <p:spPr>
            <a:xfrm>
              <a:off x="12121" y="2878"/>
              <a:ext cx="0" cy="1240"/>
            </a:xfrm>
            <a:prstGeom prst="line">
              <a:avLst/>
            </a:prstGeom>
            <a:ln w="698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/>
            <p:cNvGrpSpPr/>
            <p:nvPr>
              <p:custDataLst>
                <p:tags r:id="rId5"/>
              </p:custDataLst>
            </p:nvPr>
          </p:nvGrpSpPr>
          <p:grpSpPr>
            <a:xfrm>
              <a:off x="10937" y="2630"/>
              <a:ext cx="6926" cy="1752"/>
              <a:chOff x="10937" y="2630"/>
              <a:chExt cx="6926" cy="1752"/>
            </a:xfrm>
          </p:grpSpPr>
          <p:sp>
            <p:nvSpPr>
              <p:cNvPr id="90" name="文本框 8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2453" y="2630"/>
                <a:ext cx="5410" cy="639"/>
              </a:xfrm>
              <a:prstGeom prst="rect">
                <a:avLst/>
              </a:prstGeom>
              <a:noFill/>
            </p:spPr>
            <p:txBody>
              <a:bodyPr wrap="square" lIns="91440" tIns="45720" rIns="91440" bIns="0" anchor="b"/>
              <a:lstStyle/>
              <a:p>
                <a:pPr marL="0" lvl="0" indent="-285750" algn="l" fontAlgn="ctr">
                  <a:lnSpc>
                    <a:spcPct val="130000"/>
                  </a:lnSpc>
                  <a:spcBef>
                    <a:spcPts val="1000"/>
                  </a:spcBef>
                  <a:spcAft>
                    <a:spcPts val="0"/>
                  </a:spcAft>
                  <a:buSzPct val="100000"/>
                  <a:buFont typeface="Wingdings" panose="05000000000000000000" charset="0"/>
                  <a:buNone/>
                </a:pPr>
                <a:r>
                  <a:rPr lang="en-US" altLang="zh-CN" sz="1200" b="1" spc="20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</a:rPr>
                  <a:t>Part-1</a:t>
                </a:r>
                <a:endParaRPr lang="en-US" altLang="zh-CN" sz="12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91" name="文本框 9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2453" y="3340"/>
                <a:ext cx="5410" cy="1043"/>
              </a:xfrm>
              <a:prstGeom prst="rect">
                <a:avLst/>
              </a:prstGeom>
              <a:noFill/>
            </p:spPr>
            <p:txBody>
              <a:bodyPr wrap="square" lIns="91440" tIns="0" rIns="91440" bIns="4572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2000" b="1" spc="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简介</a:t>
                </a:r>
                <a:endParaRPr lang="en-US" altLang="zh-CN" sz="20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8" name="文本框 8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0937" y="2967"/>
                <a:ext cx="1120" cy="822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7500"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800" b="1" spc="3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+mj-lt"/>
                    <a:sym typeface="Arial" panose="020B0604020202020204" pitchFamily="34" charset="0"/>
                  </a:rPr>
                  <a:t>01</a:t>
                </a:r>
                <a:endParaRPr lang="en-US" altLang="zh-CN" sz="2800" b="1" spc="3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cs typeface="+mj-lt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5" name="组合 14"/>
          <p:cNvGrpSpPr/>
          <p:nvPr>
            <p:custDataLst>
              <p:tags r:id="rId9"/>
            </p:custDataLst>
          </p:nvPr>
        </p:nvGrpSpPr>
        <p:grpSpPr>
          <a:xfrm>
            <a:off x="6944995" y="2883535"/>
            <a:ext cx="4398010" cy="1113155"/>
            <a:chOff x="10937" y="4541"/>
            <a:chExt cx="6926" cy="1753"/>
          </a:xfrm>
        </p:grpSpPr>
        <p:grpSp>
          <p:nvGrpSpPr>
            <p:cNvPr id="4" name="组合 3"/>
            <p:cNvGrpSpPr/>
            <p:nvPr>
              <p:custDataLst>
                <p:tags r:id="rId10"/>
              </p:custDataLst>
            </p:nvPr>
          </p:nvGrpSpPr>
          <p:grpSpPr>
            <a:xfrm>
              <a:off x="10937" y="4541"/>
              <a:ext cx="6926" cy="1488"/>
              <a:chOff x="10937" y="4541"/>
              <a:chExt cx="6926" cy="1488"/>
            </a:xfrm>
          </p:grpSpPr>
          <p:sp>
            <p:nvSpPr>
              <p:cNvPr id="75" name="文本框 7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937" y="4998"/>
                <a:ext cx="1120" cy="822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7500"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800" b="1" spc="3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+mj-lt"/>
                    <a:sym typeface="Arial" panose="020B0604020202020204" pitchFamily="34" charset="0"/>
                  </a:rPr>
                  <a:t>02</a:t>
                </a:r>
                <a:endParaRPr lang="en-US" altLang="zh-CN" sz="2800" b="1" spc="3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cs typeface="+mj-lt"/>
                  <a:sym typeface="Arial" panose="020B0604020202020204" pitchFamily="34" charset="0"/>
                </a:endParaRPr>
              </a:p>
            </p:txBody>
          </p:sp>
          <p:cxnSp>
            <p:nvCxnSpPr>
              <p:cNvPr id="76" name="直接连接符 75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12121" y="4789"/>
                <a:ext cx="0" cy="1240"/>
              </a:xfrm>
              <a:prstGeom prst="line">
                <a:avLst/>
              </a:prstGeom>
              <a:ln w="698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文本框 7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2453" y="4541"/>
                <a:ext cx="5410" cy="639"/>
              </a:xfrm>
              <a:prstGeom prst="rect">
                <a:avLst/>
              </a:prstGeom>
              <a:noFill/>
            </p:spPr>
            <p:txBody>
              <a:bodyPr wrap="square" lIns="91440" tIns="45720" rIns="91440" bIns="0" anchor="b"/>
              <a:lstStyle/>
              <a:p>
                <a:pPr marL="0" lvl="0" indent="-285750" algn="l" fontAlgn="ctr">
                  <a:lnSpc>
                    <a:spcPct val="130000"/>
                  </a:lnSpc>
                  <a:spcBef>
                    <a:spcPts val="1000"/>
                  </a:spcBef>
                  <a:spcAft>
                    <a:spcPts val="0"/>
                  </a:spcAft>
                  <a:buSzPct val="100000"/>
                  <a:buFont typeface="Wingdings" panose="05000000000000000000" charset="0"/>
                  <a:buNone/>
                </a:pPr>
                <a:r>
                  <a:rPr lang="en-US" altLang="zh-CN" sz="1200" b="1" spc="20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</a:rPr>
                  <a:t>Part-2</a:t>
                </a:r>
                <a:endParaRPr lang="en-US" altLang="zh-CN" sz="12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85" name="文本框 84"/>
            <p:cNvSpPr txBox="1"/>
            <p:nvPr>
              <p:custDataLst>
                <p:tags r:id="rId14"/>
              </p:custDataLst>
            </p:nvPr>
          </p:nvSpPr>
          <p:spPr>
            <a:xfrm>
              <a:off x="12453" y="5252"/>
              <a:ext cx="5410" cy="1043"/>
            </a:xfrm>
            <a:prstGeom prst="rect">
              <a:avLst/>
            </a:prstGeom>
            <a:noFill/>
          </p:spPr>
          <p:txBody>
            <a:bodyPr wrap="square" lIns="91440" tIns="0" rIns="91440" bIns="4572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面向对象程序设计</a:t>
              </a:r>
              <a:endParaRPr lang="zh-CN" altLang="en-US" sz="2000" b="1" spc="200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6944995" y="4097655"/>
            <a:ext cx="4398645" cy="1112520"/>
            <a:chOff x="10937" y="6453"/>
            <a:chExt cx="6927" cy="1752"/>
          </a:xfrm>
        </p:grpSpPr>
        <p:grpSp>
          <p:nvGrpSpPr>
            <p:cNvPr id="3" name="组合 2"/>
            <p:cNvGrpSpPr/>
            <p:nvPr>
              <p:custDataLst>
                <p:tags r:id="rId16"/>
              </p:custDataLst>
            </p:nvPr>
          </p:nvGrpSpPr>
          <p:grpSpPr>
            <a:xfrm>
              <a:off x="10937" y="6453"/>
              <a:ext cx="6927" cy="1488"/>
              <a:chOff x="10937" y="6453"/>
              <a:chExt cx="6927" cy="1488"/>
            </a:xfrm>
          </p:grpSpPr>
          <p:sp>
            <p:nvSpPr>
              <p:cNvPr id="68" name="文本框 67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0937" y="6910"/>
                <a:ext cx="1120" cy="822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7500"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800" b="1" spc="3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+mj-lt"/>
                    <a:sym typeface="Arial" panose="020B0604020202020204" pitchFamily="34" charset="0"/>
                  </a:rPr>
                  <a:t>03</a:t>
                </a:r>
                <a:endParaRPr lang="en-US" altLang="zh-CN" sz="2800" b="1" spc="3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cs typeface="+mj-lt"/>
                  <a:sym typeface="Arial" panose="020B0604020202020204" pitchFamily="34" charset="0"/>
                </a:endParaRPr>
              </a:p>
            </p:txBody>
          </p:sp>
          <p:cxnSp>
            <p:nvCxnSpPr>
              <p:cNvPr id="69" name="直接连接符 68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12121" y="6701"/>
                <a:ext cx="0" cy="1240"/>
              </a:xfrm>
              <a:prstGeom prst="line">
                <a:avLst/>
              </a:prstGeom>
              <a:ln w="698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文本框 72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2454" y="6453"/>
                <a:ext cx="5410" cy="639"/>
              </a:xfrm>
              <a:prstGeom prst="rect">
                <a:avLst/>
              </a:prstGeom>
              <a:noFill/>
            </p:spPr>
            <p:txBody>
              <a:bodyPr wrap="square" lIns="91440" tIns="45720" rIns="91440" bIns="0" anchor="b"/>
              <a:lstStyle/>
              <a:p>
                <a:pPr marL="0" lvl="0" indent="-285750" algn="l" fontAlgn="ctr">
                  <a:lnSpc>
                    <a:spcPct val="130000"/>
                  </a:lnSpc>
                  <a:spcBef>
                    <a:spcPts val="1000"/>
                  </a:spcBef>
                  <a:spcAft>
                    <a:spcPts val="0"/>
                  </a:spcAft>
                  <a:buSzPct val="100000"/>
                  <a:buFont typeface="Wingdings" panose="05000000000000000000" charset="0"/>
                  <a:buNone/>
                </a:pPr>
                <a:r>
                  <a:rPr lang="en-US" altLang="zh-CN" sz="1200" b="1" spc="20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</a:rPr>
                  <a:t>Part-3</a:t>
                </a:r>
                <a:endParaRPr lang="en-US" altLang="zh-CN" sz="12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74" name="文本框 73"/>
            <p:cNvSpPr txBox="1"/>
            <p:nvPr>
              <p:custDataLst>
                <p:tags r:id="rId20"/>
              </p:custDataLst>
            </p:nvPr>
          </p:nvSpPr>
          <p:spPr>
            <a:xfrm>
              <a:off x="12454" y="7163"/>
              <a:ext cx="5410" cy="1043"/>
            </a:xfrm>
            <a:prstGeom prst="rect">
              <a:avLst/>
            </a:prstGeom>
            <a:noFill/>
          </p:spPr>
          <p:txBody>
            <a:bodyPr wrap="square" lIns="91440" tIns="0" rIns="91440" bIns="4572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上下文管理</a:t>
              </a:r>
              <a:endParaRPr lang="zh-CN" altLang="en-US" sz="2000" b="1" spc="20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1"/>
            </p:custDataLst>
          </p:nvPr>
        </p:nvGrpSpPr>
        <p:grpSpPr>
          <a:xfrm>
            <a:off x="6944995" y="5311140"/>
            <a:ext cx="4398645" cy="1112520"/>
            <a:chOff x="10937" y="8364"/>
            <a:chExt cx="6927" cy="1752"/>
          </a:xfrm>
        </p:grpSpPr>
        <p:grpSp>
          <p:nvGrpSpPr>
            <p:cNvPr id="2" name="组合 1"/>
            <p:cNvGrpSpPr/>
            <p:nvPr>
              <p:custDataLst>
                <p:tags r:id="rId22"/>
              </p:custDataLst>
            </p:nvPr>
          </p:nvGrpSpPr>
          <p:grpSpPr>
            <a:xfrm>
              <a:off x="10937" y="8364"/>
              <a:ext cx="6927" cy="1488"/>
              <a:chOff x="10937" y="8364"/>
              <a:chExt cx="6927" cy="1488"/>
            </a:xfrm>
          </p:grpSpPr>
          <p:sp>
            <p:nvSpPr>
              <p:cNvPr id="61" name="文本框 60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0937" y="8821"/>
                <a:ext cx="1120" cy="822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7500"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800" b="1" spc="3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+mj-lt"/>
                    <a:sym typeface="Arial" panose="020B0604020202020204" pitchFamily="34" charset="0"/>
                  </a:rPr>
                  <a:t>04</a:t>
                </a:r>
                <a:endParaRPr lang="en-US" altLang="zh-CN" sz="2800" b="1" spc="3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cs typeface="+mj-lt"/>
                  <a:sym typeface="Arial" panose="020B0604020202020204" pitchFamily="34" charset="0"/>
                </a:endParaRPr>
              </a:p>
            </p:txBody>
          </p:sp>
          <p:cxnSp>
            <p:nvCxnSpPr>
              <p:cNvPr id="62" name="直接连接符 61"/>
              <p:cNvCxnSpPr/>
              <p:nvPr>
                <p:custDataLst>
                  <p:tags r:id="rId24"/>
                </p:custDataLst>
              </p:nvPr>
            </p:nvCxnSpPr>
            <p:spPr>
              <a:xfrm>
                <a:off x="12121" y="8612"/>
                <a:ext cx="0" cy="1240"/>
              </a:xfrm>
              <a:prstGeom prst="line">
                <a:avLst/>
              </a:prstGeom>
              <a:ln w="698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文本框 6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2454" y="8364"/>
                <a:ext cx="5410" cy="639"/>
              </a:xfrm>
              <a:prstGeom prst="rect">
                <a:avLst/>
              </a:prstGeom>
              <a:noFill/>
            </p:spPr>
            <p:txBody>
              <a:bodyPr wrap="square" lIns="91440" tIns="45720" rIns="91440" bIns="0" anchor="b"/>
              <a:lstStyle/>
              <a:p>
                <a:pPr marL="0" lvl="0" indent="-285750" algn="l" fontAlgn="ctr">
                  <a:lnSpc>
                    <a:spcPct val="130000"/>
                  </a:lnSpc>
                  <a:spcBef>
                    <a:spcPts val="1000"/>
                  </a:spcBef>
                  <a:spcAft>
                    <a:spcPts val="0"/>
                  </a:spcAft>
                  <a:buSzPct val="100000"/>
                  <a:buFont typeface="Wingdings" panose="05000000000000000000" charset="0"/>
                  <a:buNone/>
                </a:pPr>
                <a:r>
                  <a:rPr lang="en-US" altLang="zh-CN" sz="1200" b="1" spc="20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</a:rPr>
                  <a:t>Part-4</a:t>
                </a:r>
                <a:endParaRPr lang="en-US" altLang="zh-CN" sz="12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67" name="文本框 66"/>
            <p:cNvSpPr txBox="1"/>
            <p:nvPr>
              <p:custDataLst>
                <p:tags r:id="rId26"/>
              </p:custDataLst>
            </p:nvPr>
          </p:nvSpPr>
          <p:spPr>
            <a:xfrm>
              <a:off x="12454" y="9074"/>
              <a:ext cx="5410" cy="1043"/>
            </a:xfrm>
            <a:prstGeom prst="rect">
              <a:avLst/>
            </a:prstGeom>
            <a:noFill/>
          </p:spPr>
          <p:txBody>
            <a:bodyPr wrap="square" lIns="91440" tIns="0" rIns="91440" bIns="4572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数据持久化</a:t>
              </a:r>
              <a:endParaRPr lang="zh-CN" altLang="en-US" sz="2000" b="1" spc="200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7780" y="3810"/>
            <a:ext cx="1925955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6805" y="2276475"/>
            <a:ext cx="2770505" cy="2562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长标—标准字体"/>
          <p:cNvPicPr>
            <a:picLocks noChangeAspect="1"/>
          </p:cNvPicPr>
          <p:nvPr/>
        </p:nvPicPr>
        <p:blipFill>
          <a:blip r:embed="rId27">
            <a:alphaModFix amt="35000"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60680" y="846455"/>
            <a:ext cx="7075805" cy="5003165"/>
          </a:xfrm>
          <a:prstGeom prst="rect">
            <a:avLst/>
          </a:prstGeom>
        </p:spPr>
      </p:pic>
    </p:spTree>
    <p:custDataLst>
      <p:tags r:id="rId2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>
            <p:custDataLst>
              <p:tags r:id="rId1"/>
            </p:custDataLst>
          </p:nvPr>
        </p:nvSpPr>
        <p:spPr>
          <a:xfrm>
            <a:off x="6379528" y="2242185"/>
            <a:ext cx="1605280" cy="4908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75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00"/>
            <a:r>
              <a:rPr lang="en-US" altLang="zh-CN" sz="1600" b="1" spc="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</a:rPr>
              <a:t>PART - 1</a:t>
            </a:r>
            <a:endParaRPr lang="en-US" altLang="zh-CN" sz="1600" b="1" spc="2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>
          <a:xfrm>
            <a:off x="6379528" y="3007996"/>
            <a:ext cx="5598795" cy="97091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400" dirty="0">
                <a:solidFill>
                  <a:schemeClr val="accent1"/>
                </a:solidFill>
              </a:rPr>
              <a:t>简介</a:t>
            </a:r>
            <a:endParaRPr lang="en-US" altLang="zh-CN" sz="5400" dirty="0">
              <a:solidFill>
                <a:schemeClr val="accent1"/>
              </a:solidFill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4"/>
            <p:custDataLst>
              <p:tags r:id="rId3"/>
            </p:custDataLst>
          </p:nvPr>
        </p:nvSpPr>
        <p:spPr>
          <a:xfrm>
            <a:off x="6379845" y="3978910"/>
            <a:ext cx="5598160" cy="55562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dirty="0">
                <a:solidFill>
                  <a:schemeClr val="dk1">
                    <a:lumMod val="65000"/>
                    <a:lumOff val="35000"/>
                  </a:schemeClr>
                </a:solidFill>
                <a:sym typeface="+mn-ea"/>
              </a:rPr>
              <a:t>构建面向对象的对话程序</a:t>
            </a:r>
            <a:endParaRPr lang="zh-CN" altLang="en-US" sz="2000" dirty="0">
              <a:solidFill>
                <a:schemeClr val="dk1">
                  <a:lumMod val="65000"/>
                  <a:lumOff val="35000"/>
                </a:schemeClr>
              </a:solidFill>
              <a:sym typeface="+mn-ea"/>
            </a:endParaRPr>
          </a:p>
        </p:txBody>
      </p:sp>
      <p:pic>
        <p:nvPicPr>
          <p:cNvPr id="7" name="图片 6" descr="单独图标"/>
          <p:cNvPicPr>
            <a:picLocks noChangeAspect="1"/>
          </p:cNvPicPr>
          <p:nvPr/>
        </p:nvPicPr>
        <p:blipFill>
          <a:blip r:embed="rId4">
            <a:alphaModFix amt="31000"/>
          </a:blip>
          <a:stretch>
            <a:fillRect/>
          </a:stretch>
        </p:blipFill>
        <p:spPr>
          <a:xfrm>
            <a:off x="-2170430" y="461645"/>
            <a:ext cx="8495665" cy="60045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074785" y="436563"/>
            <a:ext cx="28721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064895" y="1193800"/>
            <a:ext cx="10420985" cy="2639060"/>
            <a:chOff x="2188" y="3547"/>
            <a:chExt cx="16411" cy="4156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2188" y="4282"/>
              <a:ext cx="16411" cy="34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just">
                <a:lnSpc>
                  <a:spcPct val="150000"/>
                </a:lnSpc>
                <a:buClrTx/>
                <a:buSzTx/>
                <a:buFontTx/>
              </a:pP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2"/>
              </p:custDataLst>
            </p:nvPr>
          </p:nvSpPr>
          <p:spPr>
            <a:xfrm>
              <a:off x="2190" y="3547"/>
              <a:ext cx="5383" cy="5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Clr>
                  <a:schemeClr val="accent1"/>
                </a:buClr>
                <a:buSzPct val="70000"/>
                <a:buFontTx/>
              </a:pPr>
              <a:r>
                <a:rPr lang="zh-CN" altLang="en-US" sz="2200" b="1">
                  <a:latin typeface="+mn-ea"/>
                  <a:cs typeface="+mn-ea"/>
                </a:rPr>
                <a:t>学习目标</a:t>
              </a:r>
              <a:endParaRPr lang="zh-CN" altLang="en-US" sz="2200" b="1">
                <a:latin typeface="+mn-ea"/>
                <a:cs typeface="+mn-ea"/>
              </a:endParaRPr>
            </a:p>
          </p:txBody>
        </p:sp>
      </p:grpSp>
      <p:sp>
        <p:nvSpPr>
          <p:cNvPr id="20" name="任意多边形: 形状 2"/>
          <p:cNvSpPr/>
          <p:nvPr>
            <p:custDataLst>
              <p:tags r:id="rId3"/>
            </p:custDataLst>
          </p:nvPr>
        </p:nvSpPr>
        <p:spPr>
          <a:xfrm>
            <a:off x="554990" y="1193800"/>
            <a:ext cx="343535" cy="343535"/>
          </a:xfrm>
          <a:custGeom>
            <a:avLst/>
            <a:gdLst>
              <a:gd name="connsiteX0" fmla="*/ 154632 w 309263"/>
              <a:gd name="connsiteY0" fmla="*/ 0 h 309263"/>
              <a:gd name="connsiteX1" fmla="*/ 309263 w 309263"/>
              <a:gd name="connsiteY1" fmla="*/ 154632 h 309263"/>
              <a:gd name="connsiteX2" fmla="*/ 154632 w 309263"/>
              <a:gd name="connsiteY2" fmla="*/ 309263 h 309263"/>
              <a:gd name="connsiteX3" fmla="*/ 0 w 309263"/>
              <a:gd name="connsiteY3" fmla="*/ 154632 h 309263"/>
              <a:gd name="connsiteX4" fmla="*/ 154632 w 309263"/>
              <a:gd name="connsiteY4" fmla="*/ 0 h 309263"/>
              <a:gd name="connsiteX5" fmla="*/ 228525 w 309263"/>
              <a:gd name="connsiteY5" fmla="*/ 66296 h 309263"/>
              <a:gd name="connsiteX6" fmla="*/ 216098 w 309263"/>
              <a:gd name="connsiteY6" fmla="*/ 73643 h 309263"/>
              <a:gd name="connsiteX7" fmla="*/ 124334 w 309263"/>
              <a:gd name="connsiteY7" fmla="*/ 195706 h 309263"/>
              <a:gd name="connsiteX8" fmla="*/ 81447 w 309263"/>
              <a:gd name="connsiteY8" fmla="*/ 153593 h 309263"/>
              <a:gd name="connsiteX9" fmla="*/ 54749 w 309263"/>
              <a:gd name="connsiteY9" fmla="*/ 153834 h 309263"/>
              <a:gd name="connsiteX10" fmla="*/ 54991 w 309263"/>
              <a:gd name="connsiteY10" fmla="*/ 180508 h 309263"/>
              <a:gd name="connsiteX11" fmla="*/ 113244 w 309263"/>
              <a:gd name="connsiteY11" fmla="*/ 237722 h 309263"/>
              <a:gd name="connsiteX12" fmla="*/ 126484 w 309263"/>
              <a:gd name="connsiteY12" fmla="*/ 243134 h 309263"/>
              <a:gd name="connsiteX13" fmla="*/ 127885 w 309263"/>
              <a:gd name="connsiteY13" fmla="*/ 243086 h 309263"/>
              <a:gd name="connsiteX14" fmla="*/ 141560 w 309263"/>
              <a:gd name="connsiteY14" fmla="*/ 235620 h 309263"/>
              <a:gd name="connsiteX15" fmla="*/ 246251 w 309263"/>
              <a:gd name="connsiteY15" fmla="*/ 96331 h 309263"/>
              <a:gd name="connsiteX16" fmla="*/ 242530 w 309263"/>
              <a:gd name="connsiteY16" fmla="*/ 69874 h 309263"/>
              <a:gd name="connsiteX17" fmla="*/ 228525 w 309263"/>
              <a:gd name="connsiteY17" fmla="*/ 66296 h 30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9263" h="309263">
                <a:moveTo>
                  <a:pt x="154632" y="0"/>
                </a:moveTo>
                <a:cubicBezTo>
                  <a:pt x="240041" y="0"/>
                  <a:pt x="309263" y="69222"/>
                  <a:pt x="309263" y="154632"/>
                </a:cubicBezTo>
                <a:cubicBezTo>
                  <a:pt x="309263" y="240041"/>
                  <a:pt x="240041" y="309263"/>
                  <a:pt x="154632" y="309263"/>
                </a:cubicBezTo>
                <a:cubicBezTo>
                  <a:pt x="69222" y="309263"/>
                  <a:pt x="0" y="240041"/>
                  <a:pt x="0" y="154632"/>
                </a:cubicBezTo>
                <a:cubicBezTo>
                  <a:pt x="0" y="69222"/>
                  <a:pt x="69222" y="0"/>
                  <a:pt x="154632" y="0"/>
                </a:cubicBezTo>
                <a:close/>
                <a:moveTo>
                  <a:pt x="228525" y="66296"/>
                </a:moveTo>
                <a:cubicBezTo>
                  <a:pt x="223745" y="66975"/>
                  <a:pt x="219227" y="69476"/>
                  <a:pt x="216098" y="73643"/>
                </a:cubicBezTo>
                <a:lnTo>
                  <a:pt x="124334" y="195706"/>
                </a:lnTo>
                <a:lnTo>
                  <a:pt x="81447" y="153593"/>
                </a:lnTo>
                <a:cubicBezTo>
                  <a:pt x="74006" y="146296"/>
                  <a:pt x="62070" y="146393"/>
                  <a:pt x="54749" y="153834"/>
                </a:cubicBezTo>
                <a:cubicBezTo>
                  <a:pt x="47453" y="161276"/>
                  <a:pt x="47549" y="173212"/>
                  <a:pt x="54991" y="180508"/>
                </a:cubicBezTo>
                <a:lnTo>
                  <a:pt x="113244" y="237722"/>
                </a:lnTo>
                <a:cubicBezTo>
                  <a:pt x="116795" y="241225"/>
                  <a:pt x="121555" y="243134"/>
                  <a:pt x="126484" y="243134"/>
                </a:cubicBezTo>
                <a:cubicBezTo>
                  <a:pt x="126943" y="243134"/>
                  <a:pt x="127402" y="243134"/>
                  <a:pt x="127885" y="243086"/>
                </a:cubicBezTo>
                <a:cubicBezTo>
                  <a:pt x="133297" y="242699"/>
                  <a:pt x="138299" y="239969"/>
                  <a:pt x="141560" y="235620"/>
                </a:cubicBezTo>
                <a:lnTo>
                  <a:pt x="246251" y="96331"/>
                </a:lnTo>
                <a:cubicBezTo>
                  <a:pt x="252509" y="87995"/>
                  <a:pt x="250841" y="76180"/>
                  <a:pt x="242530" y="69874"/>
                </a:cubicBezTo>
                <a:cubicBezTo>
                  <a:pt x="238350" y="66758"/>
                  <a:pt x="233306" y="65616"/>
                  <a:pt x="228525" y="66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1064895" y="3037205"/>
            <a:ext cx="10420985" cy="2639060"/>
            <a:chOff x="2188" y="3547"/>
            <a:chExt cx="16411" cy="4156"/>
          </a:xfrm>
        </p:grpSpPr>
        <p:sp>
          <p:nvSpPr>
            <p:cNvPr id="22" name="矩形 21"/>
            <p:cNvSpPr/>
            <p:nvPr>
              <p:custDataLst>
                <p:tags r:id="rId4"/>
              </p:custDataLst>
            </p:nvPr>
          </p:nvSpPr>
          <p:spPr>
            <a:xfrm>
              <a:off x="2188" y="4282"/>
              <a:ext cx="16411" cy="34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just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1. 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理解：</a:t>
              </a:r>
              <a:r>
                <a:rPr lang="zh-CN" altLang="en-US" sz="1600" b="1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+mn-ea"/>
                  <a:cs typeface="+mn-ea"/>
                </a:rPr>
                <a:t>面向对象三大特性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（封装、继承、多态）、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+mn-ea"/>
                  <a:cs typeface="+mn-ea"/>
                </a:rPr>
                <a:t>面向对象编程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的优势和必要性、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+mn-ea"/>
                  <a:cs typeface="+mn-ea"/>
                </a:rPr>
                <a:t>上下文管理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的意义及其实现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algn="just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2. 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掌握：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indent="457200" algn="just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使用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python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进行最基本的面向对象编程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indent="457200" algn="just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在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python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中进行文件或数据库操作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indent="457200" algn="just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设计相对复杂的状态应对具体需求，实现上下文管理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algn="just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3. 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应用：独立编程有上下文管理的能回复特定语句的简易对话程序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5"/>
              </p:custDataLst>
            </p:nvPr>
          </p:nvSpPr>
          <p:spPr>
            <a:xfrm>
              <a:off x="2190" y="3547"/>
              <a:ext cx="5383" cy="5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Clr>
                  <a:schemeClr val="accent1"/>
                </a:buClr>
                <a:buSzPct val="70000"/>
                <a:buFontTx/>
              </a:pPr>
              <a:r>
                <a:rPr lang="zh-CN" altLang="en-US" sz="2200" b="1">
                  <a:latin typeface="+mn-ea"/>
                  <a:cs typeface="+mn-ea"/>
                </a:rPr>
                <a:t>你将学会</a:t>
              </a:r>
              <a:endParaRPr lang="en-US" altLang="zh-CN" sz="2200" b="1">
                <a:latin typeface="+mn-ea"/>
                <a:cs typeface="+mn-ea"/>
              </a:endParaRPr>
            </a:p>
          </p:txBody>
        </p:sp>
      </p:grpSp>
      <p:sp>
        <p:nvSpPr>
          <p:cNvPr id="24" name="任意多边形: 形状 2"/>
          <p:cNvSpPr/>
          <p:nvPr>
            <p:custDataLst>
              <p:tags r:id="rId6"/>
            </p:custDataLst>
          </p:nvPr>
        </p:nvSpPr>
        <p:spPr>
          <a:xfrm>
            <a:off x="554990" y="3037205"/>
            <a:ext cx="343535" cy="343535"/>
          </a:xfrm>
          <a:custGeom>
            <a:avLst/>
            <a:gdLst>
              <a:gd name="connsiteX0" fmla="*/ 154632 w 309263"/>
              <a:gd name="connsiteY0" fmla="*/ 0 h 309263"/>
              <a:gd name="connsiteX1" fmla="*/ 309263 w 309263"/>
              <a:gd name="connsiteY1" fmla="*/ 154632 h 309263"/>
              <a:gd name="connsiteX2" fmla="*/ 154632 w 309263"/>
              <a:gd name="connsiteY2" fmla="*/ 309263 h 309263"/>
              <a:gd name="connsiteX3" fmla="*/ 0 w 309263"/>
              <a:gd name="connsiteY3" fmla="*/ 154632 h 309263"/>
              <a:gd name="connsiteX4" fmla="*/ 154632 w 309263"/>
              <a:gd name="connsiteY4" fmla="*/ 0 h 309263"/>
              <a:gd name="connsiteX5" fmla="*/ 228525 w 309263"/>
              <a:gd name="connsiteY5" fmla="*/ 66296 h 309263"/>
              <a:gd name="connsiteX6" fmla="*/ 216098 w 309263"/>
              <a:gd name="connsiteY6" fmla="*/ 73643 h 309263"/>
              <a:gd name="connsiteX7" fmla="*/ 124334 w 309263"/>
              <a:gd name="connsiteY7" fmla="*/ 195706 h 309263"/>
              <a:gd name="connsiteX8" fmla="*/ 81447 w 309263"/>
              <a:gd name="connsiteY8" fmla="*/ 153593 h 309263"/>
              <a:gd name="connsiteX9" fmla="*/ 54749 w 309263"/>
              <a:gd name="connsiteY9" fmla="*/ 153834 h 309263"/>
              <a:gd name="connsiteX10" fmla="*/ 54991 w 309263"/>
              <a:gd name="connsiteY10" fmla="*/ 180508 h 309263"/>
              <a:gd name="connsiteX11" fmla="*/ 113244 w 309263"/>
              <a:gd name="connsiteY11" fmla="*/ 237722 h 309263"/>
              <a:gd name="connsiteX12" fmla="*/ 126484 w 309263"/>
              <a:gd name="connsiteY12" fmla="*/ 243134 h 309263"/>
              <a:gd name="connsiteX13" fmla="*/ 127885 w 309263"/>
              <a:gd name="connsiteY13" fmla="*/ 243086 h 309263"/>
              <a:gd name="connsiteX14" fmla="*/ 141560 w 309263"/>
              <a:gd name="connsiteY14" fmla="*/ 235620 h 309263"/>
              <a:gd name="connsiteX15" fmla="*/ 246251 w 309263"/>
              <a:gd name="connsiteY15" fmla="*/ 96331 h 309263"/>
              <a:gd name="connsiteX16" fmla="*/ 242530 w 309263"/>
              <a:gd name="connsiteY16" fmla="*/ 69874 h 309263"/>
              <a:gd name="connsiteX17" fmla="*/ 228525 w 309263"/>
              <a:gd name="connsiteY17" fmla="*/ 66296 h 30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9263" h="309263">
                <a:moveTo>
                  <a:pt x="154632" y="0"/>
                </a:moveTo>
                <a:cubicBezTo>
                  <a:pt x="240041" y="0"/>
                  <a:pt x="309263" y="69222"/>
                  <a:pt x="309263" y="154632"/>
                </a:cubicBezTo>
                <a:cubicBezTo>
                  <a:pt x="309263" y="240041"/>
                  <a:pt x="240041" y="309263"/>
                  <a:pt x="154632" y="309263"/>
                </a:cubicBezTo>
                <a:cubicBezTo>
                  <a:pt x="69222" y="309263"/>
                  <a:pt x="0" y="240041"/>
                  <a:pt x="0" y="154632"/>
                </a:cubicBezTo>
                <a:cubicBezTo>
                  <a:pt x="0" y="69222"/>
                  <a:pt x="69222" y="0"/>
                  <a:pt x="154632" y="0"/>
                </a:cubicBezTo>
                <a:close/>
                <a:moveTo>
                  <a:pt x="228525" y="66296"/>
                </a:moveTo>
                <a:cubicBezTo>
                  <a:pt x="223745" y="66975"/>
                  <a:pt x="219227" y="69476"/>
                  <a:pt x="216098" y="73643"/>
                </a:cubicBezTo>
                <a:lnTo>
                  <a:pt x="124334" y="195706"/>
                </a:lnTo>
                <a:lnTo>
                  <a:pt x="81447" y="153593"/>
                </a:lnTo>
                <a:cubicBezTo>
                  <a:pt x="74006" y="146296"/>
                  <a:pt x="62070" y="146393"/>
                  <a:pt x="54749" y="153834"/>
                </a:cubicBezTo>
                <a:cubicBezTo>
                  <a:pt x="47453" y="161276"/>
                  <a:pt x="47549" y="173212"/>
                  <a:pt x="54991" y="180508"/>
                </a:cubicBezTo>
                <a:lnTo>
                  <a:pt x="113244" y="237722"/>
                </a:lnTo>
                <a:cubicBezTo>
                  <a:pt x="116795" y="241225"/>
                  <a:pt x="121555" y="243134"/>
                  <a:pt x="126484" y="243134"/>
                </a:cubicBezTo>
                <a:cubicBezTo>
                  <a:pt x="126943" y="243134"/>
                  <a:pt x="127402" y="243134"/>
                  <a:pt x="127885" y="243086"/>
                </a:cubicBezTo>
                <a:cubicBezTo>
                  <a:pt x="133297" y="242699"/>
                  <a:pt x="138299" y="239969"/>
                  <a:pt x="141560" y="235620"/>
                </a:cubicBezTo>
                <a:lnTo>
                  <a:pt x="246251" y="96331"/>
                </a:lnTo>
                <a:cubicBezTo>
                  <a:pt x="252509" y="87995"/>
                  <a:pt x="250841" y="76180"/>
                  <a:pt x="242530" y="69874"/>
                </a:cubicBezTo>
                <a:cubicBezTo>
                  <a:pt x="238350" y="66758"/>
                  <a:pt x="233306" y="65616"/>
                  <a:pt x="228525" y="66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898525" y="1660525"/>
            <a:ext cx="10587355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/>
              <a:t>通过本模块学习，需掌握面向对象编程的核心思想及继承、封装与多态的作用，理解其相对于面向过程编程的优势并熟练运用</a:t>
            </a:r>
            <a:r>
              <a:rPr lang="en-US" altLang="zh-CN" sz="1600"/>
              <a:t>Python</a:t>
            </a:r>
            <a:r>
              <a:rPr lang="zh-CN" altLang="en-US" sz="1600"/>
              <a:t>实现面向对象编程以解决实际问题；同时明确上下文管理的需求价值，学会利用</a:t>
            </a:r>
            <a:r>
              <a:rPr lang="en-US" altLang="zh-CN" sz="1600"/>
              <a:t>Python</a:t>
            </a:r>
            <a:r>
              <a:rPr lang="zh-CN" altLang="en-US" sz="1600"/>
              <a:t>基础数据结构实现上下文管理功能，掌握通过文本文件或</a:t>
            </a:r>
            <a:r>
              <a:rPr lang="en-US" altLang="zh-CN" sz="1600"/>
              <a:t>SQLite</a:t>
            </a:r>
            <a:r>
              <a:rPr lang="zh-CN" altLang="en-US" sz="1600"/>
              <a:t>数据库保存上下文信息的操作方法</a:t>
            </a:r>
            <a:endParaRPr lang="zh-CN" altLang="en-US" sz="160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4" grpId="0" animBg="1"/>
      <p:bldP spid="2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>
            <p:custDataLst>
              <p:tags r:id="rId1"/>
            </p:custDataLst>
          </p:nvPr>
        </p:nvSpPr>
        <p:spPr>
          <a:xfrm>
            <a:off x="6379528" y="2242185"/>
            <a:ext cx="1605280" cy="4908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00"/>
            <a:r>
              <a:rPr lang="en-US" altLang="zh-CN" sz="1600" b="1" spc="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</a:rPr>
              <a:t>PART - 2</a:t>
            </a:r>
            <a:endParaRPr lang="en-US" altLang="zh-CN" sz="1600" b="1" spc="2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>
          <a:xfrm>
            <a:off x="6379528" y="3007996"/>
            <a:ext cx="5598795" cy="970915"/>
          </a:xfrm>
        </p:spPr>
        <p:txBody>
          <a:bodyPr wrap="square"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400" dirty="0">
                <a:solidFill>
                  <a:schemeClr val="accent1"/>
                </a:solidFill>
              </a:rPr>
              <a:t>面向对象程序设计</a:t>
            </a:r>
            <a:endParaRPr lang="zh-CN" altLang="en-US" sz="5400" dirty="0">
              <a:solidFill>
                <a:schemeClr val="accent1"/>
              </a:solidFill>
            </a:endParaRPr>
          </a:p>
        </p:txBody>
      </p:sp>
      <p:pic>
        <p:nvPicPr>
          <p:cNvPr id="7" name="图片 6" descr="单独图标"/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-2170430" y="461645"/>
            <a:ext cx="8495665" cy="60045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325235" y="4016375"/>
            <a:ext cx="4547235" cy="747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>
                <a:solidFill>
                  <a:schemeClr val="bg2">
                    <a:lumMod val="50000"/>
                  </a:schemeClr>
                </a:solidFill>
              </a:rPr>
              <a:t>封装、继承、多态</a:t>
            </a:r>
            <a:endParaRPr lang="zh-CN" altLang="en-US" sz="2800">
              <a:solidFill>
                <a:schemeClr val="bg2">
                  <a:lumMod val="50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97682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面向过程编程（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vs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面向对象编程（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OOP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8970" y="1926590"/>
            <a:ext cx="10133330" cy="3448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面向过程编程（</a:t>
            </a:r>
            <a:r>
              <a:rPr lang="en-US" altLang="zh-CN" sz="2400" dirty="0"/>
              <a:t>POP</a:t>
            </a:r>
            <a:r>
              <a:rPr lang="zh-CN" altLang="en-US" sz="2400" dirty="0"/>
              <a:t>）：是一种</a:t>
            </a:r>
            <a:r>
              <a:rPr lang="zh-CN" altLang="en-US" sz="2400" b="1" dirty="0"/>
              <a:t>依赖于函数调用和过程</a:t>
            </a:r>
            <a:r>
              <a:rPr lang="zh-CN" altLang="en-US" sz="2400" dirty="0"/>
              <a:t>的编程范式。在</a:t>
            </a:r>
            <a:r>
              <a:rPr lang="en-US" altLang="zh-CN" sz="2400" dirty="0"/>
              <a:t>POP</a:t>
            </a:r>
            <a:r>
              <a:rPr lang="zh-CN" altLang="en-US" sz="2400" dirty="0"/>
              <a:t>中，程序通过执行一系列步骤（函数调用）来达到目标。数据和操作这些数据的功能是分开的。程序的核心是通过</a:t>
            </a:r>
            <a:r>
              <a:rPr lang="zh-CN" altLang="en-US" sz="2400" b="1" dirty="0"/>
              <a:t>操作全局数据</a:t>
            </a:r>
            <a:r>
              <a:rPr lang="zh-CN" altLang="en-US" sz="2400" dirty="0"/>
              <a:t>来进行的。</a:t>
            </a:r>
            <a:endParaRPr lang="zh-CN" altLang="en-US" sz="2400" dirty="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endParaRPr lang="en-US" altLang="zh-CN" sz="2400" dirty="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面向对象编程（</a:t>
            </a:r>
            <a:r>
              <a:rPr lang="en-US" altLang="zh-CN" sz="2400" dirty="0"/>
              <a:t>OOP</a:t>
            </a:r>
            <a:r>
              <a:rPr lang="zh-CN" altLang="en-US" sz="2400" dirty="0"/>
              <a:t>）：将数据和操作这些数据的功能</a:t>
            </a:r>
            <a:r>
              <a:rPr lang="zh-CN" altLang="en-US" sz="2400" b="1" dirty="0"/>
              <a:t>封装</a:t>
            </a:r>
            <a:r>
              <a:rPr lang="zh-CN" altLang="en-US" sz="2400" dirty="0"/>
              <a:t>在一起，构成一个</a:t>
            </a:r>
            <a:r>
              <a:rPr lang="en-US" altLang="zh-CN" sz="2400" dirty="0"/>
              <a:t>“</a:t>
            </a:r>
            <a:r>
              <a:rPr lang="zh-CN" altLang="en-US" sz="2400" dirty="0"/>
              <a:t>对象</a:t>
            </a:r>
            <a:r>
              <a:rPr lang="en-US" altLang="zh-CN" sz="2400" dirty="0"/>
              <a:t>”</a:t>
            </a:r>
            <a:r>
              <a:rPr lang="zh-CN" altLang="en-US" sz="2400" dirty="0"/>
              <a:t>。面向对象的程序是由对象组成的，这些对象通过消息（方法调用）与其他对象交互。</a:t>
            </a:r>
            <a:endParaRPr lang="zh-CN" altLang="en-US" sz="2400" dirty="0"/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97682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OOP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59480" y="55638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结果：</a:t>
            </a:r>
            <a:endParaRPr lang="en-US" altLang="zh-CN" sz="2800" b="1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895" y="5232400"/>
            <a:ext cx="3853180" cy="1352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17650"/>
            <a:ext cx="5579110" cy="3486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0" y="1741805"/>
            <a:ext cx="4992370" cy="24352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367982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面向对象编程的优点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2310" y="2063115"/>
            <a:ext cx="10407650" cy="3154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400" dirty="0"/>
              <a:t>高复用性：通过继承和组合，可复用已有类。</a:t>
            </a:r>
            <a:endParaRPr lang="zh-CN" altLang="en-US" sz="24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endParaRPr lang="zh-CN" altLang="en-US" sz="2400" dirty="0"/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400" dirty="0"/>
              <a:t>高可维护性：封装降低模块间耦合，修改局部不影响整体。</a:t>
            </a:r>
            <a:endParaRPr lang="zh-CN" altLang="en-US" sz="24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endParaRPr lang="zh-CN" altLang="en-US" sz="2400" dirty="0"/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400" dirty="0"/>
              <a:t>高扩展性：通过多态和接口，可轻松添加新功能。</a:t>
            </a:r>
            <a:endParaRPr lang="zh-CN" altLang="en-US" sz="24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endParaRPr lang="zh-CN" altLang="en-US" sz="2400" dirty="0"/>
          </a:p>
          <a:p>
            <a:pPr marL="342900" indent="-3429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400" dirty="0"/>
              <a:t>符合人类思维：用对象模拟现实世界，设计更直观。</a:t>
            </a:r>
            <a:endParaRPr lang="zh-CN" altLang="en-US" sz="2400" dirty="0"/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567436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类与对象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7060" y="1332865"/>
            <a:ext cx="10462895" cy="5905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类（</a:t>
            </a:r>
            <a:r>
              <a:rPr lang="en-US" altLang="zh-CN" sz="2800" b="1" dirty="0"/>
              <a:t>Class)</a:t>
            </a:r>
            <a:endParaRPr lang="en-US" altLang="zh-CN" sz="2800" b="1" dirty="0"/>
          </a:p>
          <a:p>
            <a:pPr>
              <a:lnSpc>
                <a:spcPct val="140000"/>
              </a:lnSpc>
            </a:pPr>
            <a:r>
              <a:rPr lang="zh-CN" altLang="en-US" sz="2400" b="1" dirty="0"/>
              <a:t>类</a:t>
            </a:r>
            <a:r>
              <a:rPr lang="zh-CN" altLang="en-US" sz="2400" dirty="0"/>
              <a:t>用于描述一组具有相似属性和行为的对象，它定义了对象的属性和方法。可以将类看作是对象的蓝图或模板。</a:t>
            </a:r>
            <a:endParaRPr lang="en-US" altLang="zh-CN" sz="2400" dirty="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2400" b="1" dirty="0"/>
              <a:t>属性（</a:t>
            </a:r>
            <a:r>
              <a:rPr lang="en-US" altLang="zh-CN" sz="2400" b="1" dirty="0"/>
              <a:t>Attributes)</a:t>
            </a:r>
            <a:r>
              <a:rPr lang="zh-CN" altLang="en-US" sz="2400" b="1" dirty="0"/>
              <a:t>：</a:t>
            </a:r>
            <a:r>
              <a:rPr lang="zh-CN" altLang="en-US" sz="2400" dirty="0"/>
              <a:t>类中定义的变量，表示对象的状态。例如，在</a:t>
            </a:r>
            <a:r>
              <a:rPr lang="en-US" altLang="zh-CN" sz="2400" dirty="0"/>
              <a:t>“</a:t>
            </a:r>
            <a:r>
              <a:rPr lang="zh-CN" altLang="en-US" sz="2400" dirty="0"/>
              <a:t>车</a:t>
            </a:r>
            <a:r>
              <a:rPr lang="en-US" altLang="zh-CN" sz="2400" dirty="0"/>
              <a:t>”</a:t>
            </a:r>
            <a:r>
              <a:rPr lang="zh-CN" altLang="en-US" sz="2400" dirty="0"/>
              <a:t>这个类中，属性可以包括</a:t>
            </a:r>
            <a:r>
              <a:rPr lang="en-US" altLang="zh-CN" sz="2400" dirty="0"/>
              <a:t>“</a:t>
            </a:r>
            <a:r>
              <a:rPr lang="zh-CN" altLang="en-US" sz="2400" dirty="0"/>
              <a:t>颜色</a:t>
            </a:r>
            <a:r>
              <a:rPr lang="en-US" altLang="zh-CN" sz="2400" dirty="0"/>
              <a:t>”</a:t>
            </a:r>
            <a:r>
              <a:rPr lang="zh-CN" altLang="en-US" sz="2400" dirty="0"/>
              <a:t>，</a:t>
            </a:r>
            <a:r>
              <a:rPr lang="en-US" altLang="zh-CN" sz="2400" dirty="0"/>
              <a:t>“</a:t>
            </a:r>
            <a:r>
              <a:rPr lang="zh-CN" altLang="en-US" sz="2400" dirty="0"/>
              <a:t>品牌</a:t>
            </a:r>
            <a:r>
              <a:rPr lang="en-US" altLang="zh-CN" sz="2400" dirty="0"/>
              <a:t>"</a:t>
            </a:r>
            <a:r>
              <a:rPr lang="zh-CN" altLang="en-US" sz="2400" dirty="0"/>
              <a:t>和</a:t>
            </a:r>
            <a:r>
              <a:rPr lang="en-US" altLang="zh-CN" sz="2400" dirty="0"/>
              <a:t>”</a:t>
            </a:r>
            <a:r>
              <a:rPr lang="zh-CN" altLang="en-US" sz="2400" dirty="0"/>
              <a:t>型号</a:t>
            </a:r>
            <a:r>
              <a:rPr lang="en-US" altLang="zh-CN" sz="2400" dirty="0"/>
              <a:t>“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2400" b="1" dirty="0"/>
              <a:t>方法（</a:t>
            </a:r>
            <a:r>
              <a:rPr lang="en-US" altLang="zh-CN" sz="2400" b="1" dirty="0"/>
              <a:t>Methods)</a:t>
            </a:r>
            <a:r>
              <a:rPr lang="zh-CN" altLang="en-US" sz="2400" b="1" dirty="0"/>
              <a:t>：</a:t>
            </a:r>
            <a:r>
              <a:rPr lang="zh-CN" altLang="en-US" sz="2400" dirty="0"/>
              <a:t>类中定义的函数，表示对象的行为。例如，车类中的方法可以包括</a:t>
            </a:r>
            <a:r>
              <a:rPr lang="en-US" altLang="zh-CN" sz="2400" dirty="0"/>
              <a:t>”</a:t>
            </a:r>
            <a:r>
              <a:rPr lang="zh-CN" altLang="en-US" sz="2400" dirty="0"/>
              <a:t>启动引擎</a:t>
            </a:r>
            <a:r>
              <a:rPr lang="en-US" altLang="zh-CN" sz="2400" dirty="0"/>
              <a:t>“</a:t>
            </a:r>
            <a:r>
              <a:rPr lang="zh-CN" altLang="en-US" sz="2400" dirty="0"/>
              <a:t>和</a:t>
            </a:r>
            <a:r>
              <a:rPr lang="en-US" altLang="zh-CN" sz="2400" dirty="0"/>
              <a:t>”</a:t>
            </a:r>
            <a:r>
              <a:rPr lang="zh-CN" altLang="en-US" sz="2400" dirty="0"/>
              <a:t>打开雨刷</a:t>
            </a:r>
            <a:r>
              <a:rPr lang="en-US" altLang="zh-CN" sz="2400" dirty="0"/>
              <a:t>“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40000"/>
              </a:lnSpc>
            </a:pPr>
            <a:r>
              <a:rPr lang="zh-CN" altLang="en-US" sz="2400" b="1" dirty="0"/>
              <a:t>对象（</a:t>
            </a:r>
            <a:r>
              <a:rPr lang="en-US" altLang="zh-CN" sz="2400" b="1" dirty="0"/>
              <a:t>Object)</a:t>
            </a:r>
            <a:endParaRPr lang="en-US" altLang="zh-CN" sz="2400" dirty="0"/>
          </a:p>
          <a:p>
            <a:pPr>
              <a:lnSpc>
                <a:spcPct val="140000"/>
              </a:lnSpc>
            </a:pPr>
            <a:r>
              <a:rPr lang="zh-CN" altLang="en-US" sz="2400" b="1" dirty="0"/>
              <a:t>对象</a:t>
            </a:r>
            <a:r>
              <a:rPr lang="zh-CN" altLang="en-US" sz="2400" dirty="0"/>
              <a:t>是根据类来创建的实例，具有具体地属性。我们可以调用它的方法来处理这些具体的属性。</a:t>
            </a:r>
            <a:endParaRPr lang="en-US" altLang="zh-CN" sz="2400" dirty="0"/>
          </a:p>
          <a:p>
            <a:pPr>
              <a:lnSpc>
                <a:spcPct val="140000"/>
              </a:lnSpc>
            </a:pPr>
            <a:endParaRPr lang="zh-CN" altLang="en-US" sz="2400" dirty="0"/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567436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类与对象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2310" y="1621681"/>
            <a:ext cx="1040765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040" y="1621790"/>
            <a:ext cx="8797290" cy="31508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" y="5138420"/>
            <a:ext cx="5984240" cy="10864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420" y="5554980"/>
            <a:ext cx="4521835" cy="7258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405892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</a:t>
            </a:r>
            <a:endParaRPr kumimoji="0" lang="en-US" altLang="zh-CN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7060" y="1740535"/>
            <a:ext cx="10953750" cy="768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/>
              <a:t>封装的基本思想是隐藏内部实现细节，暴露必要的接口。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封装有两个主要方面：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607060" y="3079750"/>
            <a:ext cx="10560685" cy="1983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70000"/>
              </a:lnSpc>
              <a:buClr>
                <a:srgbClr val="002060"/>
              </a:buClr>
              <a:buFont typeface="Wingdings" panose="05000000000000000000" charset="0"/>
              <a:buChar char="l"/>
            </a:pPr>
            <a:r>
              <a:rPr lang="zh-CN" altLang="en-US" sz="2400"/>
              <a:t>数据隐藏：只允许通过公开的接口（方法）访问和修改数据。这样可以避免外部代码直接修改对象的内部状态，减少错误的发生。</a:t>
            </a:r>
            <a:endParaRPr lang="zh-CN" altLang="en-US" sz="2400"/>
          </a:p>
          <a:p>
            <a:pPr marL="285750" indent="-285750">
              <a:lnSpc>
                <a:spcPct val="170000"/>
              </a:lnSpc>
              <a:buClr>
                <a:srgbClr val="002060"/>
              </a:buClr>
              <a:buFont typeface="Wingdings" panose="05000000000000000000" charset="0"/>
              <a:buChar char="l"/>
            </a:pPr>
            <a:r>
              <a:rPr lang="zh-CN" altLang="en-US" sz="2400"/>
              <a:t>接口与实现分离：对象暴露的是一组操作数据的接口，而不是数据本身。外部只关心如何使用这个对象提供的功能，而不需要了解它的内部实现。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764858"/>
            <a:ext cx="28721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举个栗子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9515" y="17805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作为设计师</a:t>
            </a:r>
            <a:r>
              <a:rPr lang="en-US" altLang="zh-CN" sz="2400"/>
              <a:t>\</a:t>
            </a:r>
            <a:r>
              <a:rPr lang="zh-CN" altLang="en-US" sz="2400"/>
              <a:t>制造工人</a:t>
            </a:r>
            <a:endParaRPr lang="zh-CN" altLang="en-US" sz="24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560705" y="2637790"/>
            <a:ext cx="5588000" cy="34550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46720" y="17805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作为车主</a:t>
            </a:r>
            <a:endParaRPr lang="zh-CN" altLang="en-US" sz="2400"/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6648450" y="2637790"/>
            <a:ext cx="5005705" cy="34550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764858"/>
            <a:ext cx="28721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在代码上的实现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9515" y="17805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作为设计师</a:t>
            </a:r>
            <a:r>
              <a:rPr lang="en-US" altLang="zh-CN" sz="2400"/>
              <a:t>\</a:t>
            </a:r>
            <a:r>
              <a:rPr lang="zh-CN" altLang="en-US" sz="2400"/>
              <a:t>制造工人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8046720" y="17805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作为车主</a:t>
            </a:r>
            <a:endParaRPr lang="zh-CN" altLang="en-US" sz="2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570" y="2990850"/>
            <a:ext cx="6794500" cy="10915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225" y="4326890"/>
            <a:ext cx="2400300" cy="9601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" y="2791460"/>
            <a:ext cx="4866005" cy="27927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463931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7060" y="2048510"/>
            <a:ext cx="10490835" cy="2009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/>
              <a:t>继承就是允许</a:t>
            </a:r>
            <a:r>
              <a:rPr lang="zh-CN" altLang="en-US" sz="2400" b="1"/>
              <a:t>一个类（称为子类或派生类）</a:t>
            </a:r>
            <a:r>
              <a:rPr lang="zh-CN" altLang="en-US" sz="2400"/>
              <a:t>继承</a:t>
            </a:r>
            <a:r>
              <a:rPr lang="zh-CN" altLang="en-US" sz="2400" b="1"/>
              <a:t>另一个类（称为父类或基类）</a:t>
            </a:r>
            <a:r>
              <a:rPr lang="zh-CN" altLang="en-US" sz="2400"/>
              <a:t>的属性和方法。子类可以继承父类的特性，并且可以在此基础上添加自己的新特性。这种机制允许代码的重用和层次化的设计。继承，就是字面上意思，继承。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607060" y="4204970"/>
            <a:ext cx="10490835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/>
              <a:t>作用</a:t>
            </a:r>
            <a:r>
              <a:rPr lang="zh-CN" altLang="en-US" sz="2400"/>
              <a:t>：继承允许子类重用父类的代码，避免了重复编写相同的代码片段。子类可以直接使用父类已经定义的方法和属性。</a:t>
            </a:r>
            <a:endParaRPr lang="zh-CN" altLang="en-US" sz="2400"/>
          </a:p>
        </p:txBody>
      </p:sp>
      <p:sp>
        <p:nvSpPr>
          <p:cNvPr id="6" name="文本框 5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292735" y="666433"/>
            <a:ext cx="28721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还用车举例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83575" y="435303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0150" y="339725"/>
            <a:ext cx="5946775" cy="61645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83575" y="435303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1193165"/>
            <a:ext cx="9965690" cy="22358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05" y="3745865"/>
            <a:ext cx="3137535" cy="25628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640778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多态（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Polymorphism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73375" y="5232400"/>
            <a:ext cx="3247390" cy="1105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607060" y="1823085"/>
            <a:ext cx="10801350" cy="2712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/>
              <a:t>多态（</a:t>
            </a:r>
            <a:r>
              <a:rPr lang="en-US" altLang="zh-CN" sz="2400"/>
              <a:t>Polymorphism</a:t>
            </a:r>
            <a:r>
              <a:rPr lang="zh-CN" altLang="en-US" sz="2400"/>
              <a:t>）是面向对象编程（</a:t>
            </a:r>
            <a:r>
              <a:rPr lang="en-US" altLang="zh-CN" sz="2400"/>
              <a:t>OOP</a:t>
            </a:r>
            <a:r>
              <a:rPr lang="zh-CN" altLang="en-US" sz="2400"/>
              <a:t>）中的一个核心概念，它允许不同类的对象通过相同的接口（方法名）来调用不同的实现。简单来说，多态使得不同类型的对象可以通过相同的接口执行不同的操作。多态性使得程序更加灵活和可扩展。</a:t>
            </a:r>
            <a:endParaRPr lang="zh-CN" altLang="en-US" sz="2400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07060" y="4225925"/>
            <a:ext cx="10801985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/>
              <a:t>多态来源于两个希腊词根：</a:t>
            </a:r>
            <a:r>
              <a:rPr lang="en-US" altLang="zh-CN" sz="2400"/>
              <a:t>“poly”</a:t>
            </a:r>
            <a:r>
              <a:rPr lang="zh-CN" altLang="en-US" sz="2400"/>
              <a:t>（多）和</a:t>
            </a:r>
            <a:r>
              <a:rPr lang="en-US" altLang="zh-CN" sz="2400"/>
              <a:t>“morph”</a:t>
            </a:r>
            <a:r>
              <a:rPr lang="zh-CN" altLang="en-US" sz="2400"/>
              <a:t>（形态）。在</a:t>
            </a:r>
            <a:r>
              <a:rPr lang="en-US" altLang="zh-CN" sz="2400"/>
              <a:t>OOP</a:t>
            </a:r>
            <a:r>
              <a:rPr lang="zh-CN" altLang="en-US" sz="2400"/>
              <a:t>中，多态指的是同一个操作作用于不同类型的对象时，可以有不同的表现形式。最常见的多态形式是</a:t>
            </a:r>
            <a:r>
              <a:rPr lang="zh-CN" altLang="en-US" sz="2400" b="1"/>
              <a:t>方法重写（</a:t>
            </a:r>
            <a:r>
              <a:rPr lang="en-US" altLang="zh-CN" sz="2400" b="1"/>
              <a:t>overriding</a:t>
            </a:r>
            <a:r>
              <a:rPr lang="zh-CN" altLang="en-US" sz="2400" b="1"/>
              <a:t>）</a:t>
            </a:r>
            <a:r>
              <a:rPr lang="zh-CN" altLang="en-US" sz="2400"/>
              <a:t>，即子类可以重写（覆盖）父类的方法。</a:t>
            </a:r>
            <a:endParaRPr lang="zh-CN" altLang="en-US" sz="2400"/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345948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7060" y="1536065"/>
            <a:ext cx="11259119" cy="134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在调用</a:t>
            </a:r>
            <a:r>
              <a:rPr lang="en-US" altLang="zh-CN" sz="2400" dirty="0"/>
              <a:t>AI</a:t>
            </a:r>
            <a:r>
              <a:rPr lang="zh-CN" altLang="en-US" sz="2400" dirty="0"/>
              <a:t>时，我们不关心调用的是何种大模型，我们都用同一个接口统一调用，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这就是所谓</a:t>
            </a:r>
            <a:r>
              <a:rPr lang="en-US" altLang="zh-CN" sz="2400" dirty="0"/>
              <a:t>“</a:t>
            </a:r>
            <a:r>
              <a:rPr lang="zh-CN" altLang="en-US" sz="2400" dirty="0"/>
              <a:t>一个接口，多态实现</a:t>
            </a:r>
            <a:r>
              <a:rPr lang="en-US" altLang="zh-CN" sz="2400" dirty="0"/>
              <a:t>”</a:t>
            </a:r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5938"/>
            <a:ext cx="373634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270" y="2649220"/>
            <a:ext cx="5139055" cy="36449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865" y="2790190"/>
            <a:ext cx="5154295" cy="15360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865" y="5131435"/>
            <a:ext cx="4640580" cy="9505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>
            <p:custDataLst>
              <p:tags r:id="rId1"/>
            </p:custDataLst>
          </p:nvPr>
        </p:nvSpPr>
        <p:spPr>
          <a:xfrm>
            <a:off x="6379528" y="2242185"/>
            <a:ext cx="1605280" cy="4908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00"/>
            <a:r>
              <a:rPr lang="en-US" altLang="zh-CN" sz="1600" b="1" spc="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</a:rPr>
              <a:t>PART - 3</a:t>
            </a:r>
            <a:endParaRPr lang="en-US" altLang="zh-CN" sz="1600" b="1" spc="2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>
          <a:xfrm>
            <a:off x="6379528" y="3007996"/>
            <a:ext cx="5598795" cy="97091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400" dirty="0">
                <a:solidFill>
                  <a:schemeClr val="accent1"/>
                </a:solidFill>
              </a:rPr>
              <a:t>上下文管理</a:t>
            </a:r>
            <a:endParaRPr lang="zh-CN" altLang="en-US" sz="5400" dirty="0">
              <a:solidFill>
                <a:schemeClr val="accent1"/>
              </a:solidFill>
            </a:endParaRPr>
          </a:p>
        </p:txBody>
      </p:sp>
      <p:pic>
        <p:nvPicPr>
          <p:cNvPr id="7" name="图片 6" descr="单独图标"/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-2170430" y="461645"/>
            <a:ext cx="8495665" cy="6004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28015" y="958850"/>
            <a:ext cx="720217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上下文管理的概念</a:t>
            </a:r>
            <a:endParaRPr kumimoji="0" lang="en-US" altLang="zh-CN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8015" y="1539240"/>
            <a:ext cx="10391140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/>
              <a:t>上下文管理就是对这些历史对话内容进行合理的处理，让大模型能准确理解每一轮新问题和之前对话的联系。简单说，就是让大模型</a:t>
            </a:r>
            <a:r>
              <a:rPr lang="en-US" altLang="zh-CN" sz="2400" dirty="0"/>
              <a:t> “</a:t>
            </a:r>
            <a:r>
              <a:rPr lang="zh-CN" altLang="en-US" sz="2400" dirty="0"/>
              <a:t>记得住</a:t>
            </a:r>
            <a:r>
              <a:rPr lang="en-US" altLang="zh-CN" sz="2400" dirty="0"/>
              <a:t>” </a:t>
            </a:r>
            <a:r>
              <a:rPr lang="zh-CN" altLang="en-US" sz="2400" dirty="0"/>
              <a:t>之前说过什么，从而更好地回应新的提问。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28015" y="342900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上下文管理的优点</a:t>
            </a:r>
            <a:endParaRPr lang="zh-CN" altLang="en-US" sz="28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628015" y="4199255"/>
            <a:ext cx="4064000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保持对话的连贯性</a:t>
            </a:r>
            <a:endParaRPr lang="zh-CN" altLang="en-US" sz="2400" dirty="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提升回答的准确性</a:t>
            </a:r>
            <a:endParaRPr lang="zh-CN" altLang="en-US" sz="2400" dirty="0"/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增强用户体验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实战：配置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DeepSeek 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7060" y="1770380"/>
            <a:ext cx="10912278" cy="2267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由于 </a:t>
            </a:r>
            <a:r>
              <a:rPr lang="en-US" altLang="zh-CN" sz="2400" dirty="0"/>
              <a:t>DeepSeek</a:t>
            </a:r>
            <a:r>
              <a:rPr lang="zh-CN" altLang="en-US" sz="2400" dirty="0"/>
              <a:t> 官网注册是不送免费额度的。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推荐使用硅基流动，注册号账号后，我们找到 </a:t>
            </a:r>
            <a:r>
              <a:rPr lang="en-US" altLang="zh-CN" sz="2400" dirty="0"/>
              <a:t>API</a:t>
            </a:r>
            <a:r>
              <a:rPr lang="zh-CN" altLang="en-US" sz="2400" dirty="0"/>
              <a:t> 文档：</a:t>
            </a:r>
            <a:r>
              <a:rPr lang="en-GB" altLang="zh-CN" sz="2400" dirty="0">
                <a:hlinkClick r:id="rId1"/>
              </a:rPr>
              <a:t>https://docs.siliconflow.cn/cn/api-reference/chat-completions/chat-completions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62" y="3178697"/>
            <a:ext cx="5706623" cy="334214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887" y="3401991"/>
            <a:ext cx="4076252" cy="3019446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850"/>
            <a:ext cx="687832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基础知识：字典与列表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7060" y="1770380"/>
            <a:ext cx="10197465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可以通过</a:t>
            </a:r>
            <a:r>
              <a:rPr lang="en-US" altLang="zh-CN" sz="2400" dirty="0"/>
              <a:t>python</a:t>
            </a:r>
            <a:r>
              <a:rPr lang="zh-CN" altLang="en-US" sz="2400" dirty="0"/>
              <a:t>中的数据结构字典（</a:t>
            </a:r>
            <a:r>
              <a:rPr lang="en-US" altLang="zh-CN" sz="2400" dirty="0" err="1"/>
              <a:t>dict</a:t>
            </a:r>
            <a:r>
              <a:rPr lang="zh-CN" altLang="en-US" sz="2400" dirty="0"/>
              <a:t>）和</a:t>
            </a:r>
            <a:r>
              <a:rPr lang="en-US" altLang="zh-CN" sz="2400" dirty="0"/>
              <a:t>list</a:t>
            </a:r>
            <a:r>
              <a:rPr lang="zh-CN" altLang="en-US" sz="2400" dirty="0"/>
              <a:t>（列表）实现上下文管理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字典：字典可以维护若干键值对，并且支持用键访问值。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2400" dirty="0"/>
              <a:t>列表：列表是一组元素，只支持用从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开始的整数下标访问。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下面是一个简单的例子。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4019550"/>
            <a:ext cx="4470400" cy="187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实战：配置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DeepSeek 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7060" y="1770380"/>
            <a:ext cx="10912278" cy="3636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我们要给 </a:t>
            </a:r>
            <a:r>
              <a:rPr lang="en-US" altLang="zh-CN" sz="2400" dirty="0"/>
              <a:t>Python</a:t>
            </a:r>
            <a:r>
              <a:rPr lang="zh-CN" altLang="en-US" sz="2400" dirty="0"/>
              <a:t> 安装需要用到的包，具体地说：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requests </a:t>
            </a:r>
            <a:r>
              <a:rPr lang="zh-CN" altLang="en-US" sz="2400" dirty="0"/>
              <a:t>包进行 </a:t>
            </a:r>
            <a:r>
              <a:rPr lang="en-US" altLang="zh-CN" sz="2400" dirty="0"/>
              <a:t>HTTP</a:t>
            </a:r>
            <a:r>
              <a:rPr lang="zh-CN" altLang="en-US" sz="2400" dirty="0"/>
              <a:t> 请求；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 err="1"/>
              <a:t>dotenv</a:t>
            </a:r>
            <a:r>
              <a:rPr lang="zh-CN" altLang="en-US" sz="2400" dirty="0"/>
              <a:t> 包读取</a:t>
            </a:r>
            <a:r>
              <a:rPr lang="en-US" altLang="zh-CN" sz="2400" dirty="0"/>
              <a:t> .env </a:t>
            </a:r>
            <a:r>
              <a:rPr lang="zh-CN" altLang="en-US" sz="2400" dirty="0"/>
              <a:t>文件，避免把 </a:t>
            </a:r>
            <a:r>
              <a:rPr lang="en-US" altLang="zh-CN" sz="2400" dirty="0"/>
              <a:t>API-key </a:t>
            </a:r>
            <a:r>
              <a:rPr lang="zh-CN" altLang="en-US" sz="2400" dirty="0"/>
              <a:t>硬编码到代码中；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使用 </a:t>
            </a:r>
            <a:r>
              <a:rPr lang="en-US" altLang="zh-CN" sz="2400" dirty="0"/>
              <a:t>pip install </a:t>
            </a:r>
            <a:r>
              <a:rPr lang="zh-CN" altLang="en-US" sz="2400" dirty="0"/>
              <a:t>下载即可。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pip install </a:t>
            </a:r>
            <a:r>
              <a:rPr lang="zh-CN" altLang="en-US" sz="2400" dirty="0"/>
              <a:t>包名</a:t>
            </a:r>
            <a:r>
              <a:rPr lang="en-US" altLang="zh-CN" sz="2400" dirty="0"/>
              <a:t> -i https://pypi.tuna.tsinghua.edu.cn/simple</a:t>
            </a:r>
            <a:endParaRPr lang="en-US" altLang="zh-CN" sz="2400" dirty="0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实战：多轮对话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7060" y="1770380"/>
            <a:ext cx="10912278" cy="937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我们发现，传入的 </a:t>
            </a:r>
            <a:r>
              <a:rPr lang="en-US" altLang="zh-CN" sz="2400" dirty="0"/>
              <a:t>messages</a:t>
            </a:r>
            <a:r>
              <a:rPr lang="zh-CN" altLang="en-US" sz="2400" dirty="0"/>
              <a:t> 就是我们需要的上下文。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因此，只需要将每一次对话的信息，用 </a:t>
            </a:r>
            <a:r>
              <a:rPr lang="en-US" altLang="zh-CN" sz="2400" dirty="0"/>
              <a:t>list</a:t>
            </a:r>
            <a:r>
              <a:rPr lang="zh-CN" altLang="en-US" sz="2400" dirty="0"/>
              <a:t> 保存起来即可。</a:t>
            </a:r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62" y="2708329"/>
            <a:ext cx="3595099" cy="399646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>
            <p:custDataLst>
              <p:tags r:id="rId1"/>
            </p:custDataLst>
          </p:nvPr>
        </p:nvSpPr>
        <p:spPr>
          <a:xfrm>
            <a:off x="6379528" y="2242185"/>
            <a:ext cx="1605280" cy="4908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00"/>
            <a:r>
              <a:rPr lang="en-US" altLang="zh-CN" sz="1600" b="1" spc="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</a:rPr>
              <a:t>PART - 4</a:t>
            </a:r>
            <a:endParaRPr lang="en-US" altLang="zh-CN" sz="1600" b="1" spc="2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>
          <a:xfrm>
            <a:off x="6379528" y="3007996"/>
            <a:ext cx="5598795" cy="97091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400" dirty="0">
                <a:solidFill>
                  <a:schemeClr val="accent1"/>
                </a:solidFill>
              </a:rPr>
              <a:t>数据持久化</a:t>
            </a:r>
            <a:endParaRPr lang="zh-CN" altLang="en-US" sz="5400" dirty="0">
              <a:solidFill>
                <a:schemeClr val="accent1"/>
              </a:solidFill>
            </a:endParaRPr>
          </a:p>
        </p:txBody>
      </p:sp>
      <p:pic>
        <p:nvPicPr>
          <p:cNvPr id="7" name="图片 6" descr="单独图标"/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-2170430" y="461645"/>
            <a:ext cx="8495665" cy="6004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5938"/>
            <a:ext cx="2578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什么是数据持久化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7060" y="1770380"/>
            <a:ext cx="10197465" cy="94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数据持久化就是它的字面意思，我们把内存中的数据保存到硬盘上。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也就是说，我们需要把上文中的 </a:t>
            </a:r>
            <a:r>
              <a:rPr lang="en-US" altLang="zh-CN" sz="2400" dirty="0" err="1"/>
              <a:t>self.messages</a:t>
            </a:r>
            <a:r>
              <a:rPr lang="en-US" altLang="zh-CN" sz="2400" dirty="0"/>
              <a:t> </a:t>
            </a:r>
            <a:r>
              <a:rPr lang="zh-CN" altLang="en-US" sz="2400" dirty="0"/>
              <a:t>保存下来。</a:t>
            </a:r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2999829"/>
            <a:ext cx="4451402" cy="13231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665" y="2999829"/>
            <a:ext cx="5836920" cy="3130879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5938"/>
            <a:ext cx="2578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通过对象进行存储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7060" y="1770380"/>
            <a:ext cx="10197465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我们或许要把数据存储到不同的格式中，而简单地用两个函数是没有办法允许我们方便地支持更多的格式的。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所以我们把这个存储相关的逻辑抽象成一个类，并且用这个对象去进行存储相关的操作。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059" y="3594726"/>
            <a:ext cx="5126915" cy="168201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974" y="3429000"/>
            <a:ext cx="5390876" cy="3198981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5938"/>
            <a:ext cx="2578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850"/>
            <a:ext cx="687832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7060" y="1770380"/>
            <a:ext cx="10197465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这个</a:t>
            </a:r>
            <a:r>
              <a:rPr lang="en-US" altLang="zh-CN" sz="2400" dirty="0"/>
              <a:t> load </a:t>
            </a:r>
            <a:r>
              <a:rPr lang="zh-CN" altLang="en-US" sz="2400" dirty="0"/>
              <a:t>方法当文件不存在的时候会报错，一个简单的解决方法就是用</a:t>
            </a:r>
            <a:r>
              <a:rPr lang="en-US" altLang="zh-CN" sz="2400" dirty="0"/>
              <a:t> try-except </a:t>
            </a:r>
            <a:r>
              <a:rPr lang="zh-CN" altLang="en-US" sz="2400" dirty="0"/>
              <a:t>语法</a:t>
            </a:r>
            <a:r>
              <a:rPr lang="zh-CN" altLang="en-US" sz="2400" dirty="0"/>
              <a:t>处理。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2866390"/>
            <a:ext cx="7136130" cy="28505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5938"/>
            <a:ext cx="2578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多态的应用：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Storage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对象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7060" y="1770380"/>
            <a:ext cx="10197465" cy="1381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这样操作之后，我们只要写好了一个对应的</a:t>
            </a:r>
            <a:r>
              <a:rPr lang="en-US" altLang="zh-CN" sz="2400" dirty="0"/>
              <a:t> Storage </a:t>
            </a:r>
            <a:r>
              <a:rPr lang="zh-CN" altLang="en-US" sz="2400" dirty="0"/>
              <a:t>类，就能把数据存到你想要的格式。</a:t>
            </a:r>
            <a:r>
              <a:rPr lang="en-US" altLang="zh-CN" sz="2400" dirty="0"/>
              <a:t>Chatbot</a:t>
            </a:r>
            <a:r>
              <a:rPr lang="zh-CN" altLang="en-US" sz="2400" dirty="0"/>
              <a:t> 内部的逻辑并不关心你存储的究竟是什么格式，这就运用到了前面所讲述的多态的概念。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3440462"/>
            <a:ext cx="3797300" cy="2679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983" y="3378549"/>
            <a:ext cx="3340100" cy="1168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983" y="4769475"/>
            <a:ext cx="3073400" cy="1130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5938"/>
            <a:ext cx="2578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Sqlite3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07060" y="4881805"/>
          <a:ext cx="44441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052"/>
                <a:gridCol w="22220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Role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Content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“user”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“test content 1”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“user”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“test content 2”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1736344"/>
            <a:ext cx="6558351" cy="285652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5938"/>
            <a:ext cx="2578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数据删除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7060" y="1770380"/>
            <a:ext cx="10197465" cy="494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删除一条数据，最简单的就是用 </a:t>
            </a:r>
            <a:r>
              <a:rPr lang="en-US" altLang="zh-CN" sz="2400" dirty="0"/>
              <a:t>del</a:t>
            </a:r>
            <a:r>
              <a:rPr lang="zh-CN" altLang="en-US" sz="2400" dirty="0"/>
              <a:t> 语句。</a:t>
            </a:r>
            <a:endParaRPr lang="en-US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2554066"/>
            <a:ext cx="5105400" cy="2552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5938"/>
            <a:ext cx="2578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课后作业：补全命令行交互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7060" y="1734185"/>
            <a:ext cx="10197465" cy="937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我们用课上实现的 </a:t>
            </a:r>
            <a:r>
              <a:rPr lang="en-US" altLang="zh-CN" sz="2400" dirty="0"/>
              <a:t>Chatbot</a:t>
            </a:r>
            <a:r>
              <a:rPr lang="zh-CN" altLang="en-US" sz="2400" dirty="0"/>
              <a:t> 类，实现一个命令行交互。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0565" y="2454910"/>
            <a:ext cx="5322570" cy="38373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" y="2672080"/>
            <a:ext cx="5216525" cy="33553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5938"/>
            <a:ext cx="2578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课外练习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7060" y="1770380"/>
            <a:ext cx="10197465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了解虚拟环境的概念，并尝试用虚拟环境配置这个项目的环境。</a:t>
            </a:r>
            <a:endParaRPr lang="zh-CN" altLang="en-US" sz="2400" dirty="0"/>
          </a:p>
          <a:p>
            <a:pPr indent="0">
              <a:lnSpc>
                <a:spcPct val="120000"/>
              </a:lnSpc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（难）尝试使用 </a:t>
            </a:r>
            <a:r>
              <a:rPr lang="en-US" altLang="zh-CN" sz="2400" dirty="0"/>
              <a:t>Sqlite3</a:t>
            </a:r>
            <a:r>
              <a:rPr lang="zh-CN" altLang="en-US" sz="2400" dirty="0"/>
              <a:t> 保存上下文。</a:t>
            </a:r>
            <a:endParaRPr lang="en-US" altLang="zh-CN" sz="2400" dirty="0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5938"/>
            <a:ext cx="257873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签到码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 descr="QR 代码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020" y="1481445"/>
            <a:ext cx="4280199" cy="428019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86790" y="59588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QQ1034572351</a:t>
            </a:r>
            <a:endParaRPr lang="en-US" altLang="zh-CN" sz="3600"/>
          </a:p>
        </p:txBody>
      </p:sp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20820" y="3130550"/>
            <a:ext cx="415036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>
                <a:solidFill>
                  <a:schemeClr val="accent1"/>
                </a:solidFill>
                <a:latin typeface="汉仪力量黑简" panose="00020600040101010101" charset="-122"/>
                <a:ea typeface="汉仪力量黑简" panose="00020600040101010101" charset="-122"/>
                <a:sym typeface="汉仪力量黑简" panose="00020600040101010101" charset="-122"/>
              </a:rPr>
              <a:t>THANKS</a:t>
            </a:r>
            <a:endParaRPr lang="en-US" altLang="zh-CN" sz="8800">
              <a:solidFill>
                <a:schemeClr val="accent1"/>
              </a:solidFill>
              <a:latin typeface="汉仪力量黑简" panose="00020600040101010101" charset="-122"/>
              <a:ea typeface="汉仪力量黑简" panose="00020600040101010101" charset="-122"/>
              <a:sym typeface="汉仪力量黑简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0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33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47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0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3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61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8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9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9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9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69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0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7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7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71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73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1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75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84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8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4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8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87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89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89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97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97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98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99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9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9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9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9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0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01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2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2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7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02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2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10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0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11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12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13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1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15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5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16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6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6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6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7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7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2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25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6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6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26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7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27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28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9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29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3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30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3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9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3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4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4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4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4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1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44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1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1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1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2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5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5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5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54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55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5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5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56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6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6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9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58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66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6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67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7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7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7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6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69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70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0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0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0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0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1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17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71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1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79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9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8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1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1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8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2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8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8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4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84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5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85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5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5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5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6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6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9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3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3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3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9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5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9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6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96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9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9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9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9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3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99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6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6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07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0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09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09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1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0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11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31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13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0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0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0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1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1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21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22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22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2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23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3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3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24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4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4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4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25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5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9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27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7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7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7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7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7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4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34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34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34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34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34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34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35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35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5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6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6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6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6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6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36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6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6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7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7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7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7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37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7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7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7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7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8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8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8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8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38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8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8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8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8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8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9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9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9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39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39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9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9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9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39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0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0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07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40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0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48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8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9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9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9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9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9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49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9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0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5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0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5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1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5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5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3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3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45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54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4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4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4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5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5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62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62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62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62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62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6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62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2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2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2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3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3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3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3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63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3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3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3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3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4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64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4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4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4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4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4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65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5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5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6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7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67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7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7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83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68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8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8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8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8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8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5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5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5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6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6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6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6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76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76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76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76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76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76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77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7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7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7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7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7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7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7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7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7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78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78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9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9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9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9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9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9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9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7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79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80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81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8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81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81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81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81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21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82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2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2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2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2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2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9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89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89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89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89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90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90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90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90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90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90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90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90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90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9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9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1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1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1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1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1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1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9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2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2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2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2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2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9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3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3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3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3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9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4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4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4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4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94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4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4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5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5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5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5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9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9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59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96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6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6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6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6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6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3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03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03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03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0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03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03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304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04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0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0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0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0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0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0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30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0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05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05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05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05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05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0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305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5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5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5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6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6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6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6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306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6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6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6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6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7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7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7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7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307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7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7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7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7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7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8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8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8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8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30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8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8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8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9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9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30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30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97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309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9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0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0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0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0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17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17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1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1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1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17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317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8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18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318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1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1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1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1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1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1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1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31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1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1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1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1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1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2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2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20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320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2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2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2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2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2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2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2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21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321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2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322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2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3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3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35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3236.xml><?xml version="1.0" encoding="utf-8"?>
<p:tagLst xmlns:p="http://schemas.openxmlformats.org/presentationml/2006/main"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605_1*b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此处添加副标题内容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3237.xml><?xml version="1.0" encoding="utf-8"?>
<p:tagLst xmlns:p="http://schemas.openxmlformats.org/presentationml/2006/main"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605_1*b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此处添加副标题内容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3238.xml><?xml version="1.0" encoding="utf-8"?>
<p:tagLst xmlns:p="http://schemas.openxmlformats.org/presentationml/2006/main">
  <p:tag name="KSO_WM_TEMPLATE_THUMBS_INDEX" val="1、4、7、9、11、12、13、14、15、16、19、22、26、30、31"/>
  <p:tag name="KSO_WM_SLIDE_ID" val="custom20204605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4605"/>
  <p:tag name="KSO_WM_SLIDE_LAYOUT" val="a_b"/>
  <p:tag name="KSO_WM_SLIDE_LAYOUT_CNT" val="1_1"/>
  <p:tag name="KSO_WM_TEMPLATE_MASTER_TYPE" val="1"/>
  <p:tag name="KSO_WM_TEMPLATE_COLOR_TYPE" val="1"/>
  <p:tag name="KSO_WM_TEMPLATE_MASTER_THUMB_INDEX" val="12"/>
</p:tagLst>
</file>

<file path=ppt/tags/tag3239.xml><?xml version="1.0" encoding="utf-8"?>
<p:tagLst xmlns:p="http://schemas.openxmlformats.org/presentationml/2006/main">
  <p:tag name="KSO_WM_UNIT_TEXT_FILL_FORE_SCHEMECOLOR_INDEX_BRIGHTNESS" val="-0.5"/>
  <p:tag name="KSO_WM_UNIT_TEXT_FILL_FORE_SCHEMECOLOR_INDEX" val="9"/>
  <p:tag name="KSO_WM_UNIT_TEXT_FILL_TYPE" val="1"/>
</p:tagLst>
</file>

<file path=ppt/tags/tag3240.xml><?xml version="1.0" encoding="utf-8"?>
<p:tagLst xmlns:p="http://schemas.openxmlformats.org/presentationml/2006/main">
  <p:tag name="KSO_WM_UNIT_ISCONTENTSTITLE" val="1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605_4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目录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3241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3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4605_4*l_h_i*1_1_2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374.35,&quot;left&quot;:546.85,&quot;top&quot;:131.5,&quot;width&quot;:346.35}"/>
</p:tagLst>
</file>

<file path=ppt/tags/tag3243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324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04605_4*l_h_a*1_1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添加标题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45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4605_4*l_h_f*1_1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SUBTYPE" val="a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04605_4*l_h_i*1_1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47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3248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3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04605_4*l_h_i*1_2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04605_4*l_h_i*1_2_2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374.35,&quot;left&quot;:546.85,&quot;top&quot;:131.5,&quot;width&quot;:346.35}"/>
</p:tagLst>
</file>

<file path=ppt/tags/tag325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04605_4*l_h_a*1_2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添加标题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52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4605_4*l_h_f*1_2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SUBTYPE" val="a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53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3254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3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04605_4*l_h_i*1_3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04605_4*l_h_i*1_3_2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374.35,&quot;left&quot;:546.85,&quot;top&quot;:131.5,&quot;width&quot;:346.35}"/>
</p:tagLst>
</file>

<file path=ppt/tags/tag325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04605_4*l_h_a*1_3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添加标题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58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4605_4*l_h_f*1_3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SUBTYPE" val="a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59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3260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3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04605_4*l_h_i*1_4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04605_4*l_h_i*1_4_2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374.35,&quot;left&quot;:546.85,&quot;top&quot;:131.5,&quot;width&quot;:346.35}"/>
</p:tagLst>
</file>

<file path=ppt/tags/tag326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custom20204605_4*l_h_a*1_4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添加标题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64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4605_4*l_h_f*1_4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SUBTYPE" val="a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3265.xml><?xml version="1.0" encoding="utf-8"?>
<p:tagLst xmlns:p="http://schemas.openxmlformats.org/presentationml/2006/main">
  <p:tag name="KSO_WM_TEMPLATE_THUMBS_INDEX" val="1"/>
  <p:tag name="KSO_WM_SLIDE_ID" val="custom20204605_4"/>
  <p:tag name="KSO_WM_TEMPLATE_SUBCATEGORY" val="0"/>
  <p:tag name="KSO_WM_SLIDE_TYPE" val="contents"/>
  <p:tag name="KSO_WM_SLIDE_SUBTYPE" val="diag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04605"/>
  <p:tag name="KSO_WM_SLIDE_LAYOUT" val="a_l"/>
  <p:tag name="KSO_WM_SLIDE_LAYOUT_CNT" val="1_1"/>
  <p:tag name="KSO_WM_TEMPLATE_MASTER_TYPE" val="1"/>
  <p:tag name="KSO_WM_TEMPLATE_COLOR_TYPE" val="1"/>
  <p:tag name="KSO_WM_DIAGRAM_GROUP_CODE" val="l1-1"/>
  <p:tag name="KSO_WM_SLIDE_DIAGTYPE" val="l"/>
</p:tagLst>
</file>

<file path=ppt/tags/tag3266.xml><?xml version="1.0" encoding="utf-8"?>
<p:tagLst xmlns:p="http://schemas.openxmlformats.org/presentationml/2006/main">
  <p:tag name="KSO_WM_UNIT_NOCLEAR" val="0"/>
  <p:tag name="KSO_WM_UNIT_VALUE" val="7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605_7*e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PART ON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267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05_7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3268.xml><?xml version="1.0" encoding="utf-8"?>
<p:tagLst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605_7*b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此处添加副标题内容"/>
  <p:tag name="KSO_WM_UNIT_ISNUMDGMTITLE" val="0"/>
  <p:tag name="KSO_WM_UNIT_TEXT_FILL_FORE_SCHEMECOLOR_INDEX_BRIGHTNESS" val="0.35"/>
  <p:tag name="KSO_WM_UNIT_TEXT_FILL_FORE_SCHEMECOLOR_INDEX" val="13"/>
  <p:tag name="KSO_WM_UNIT_TEXT_FILL_TYPE" val="1"/>
</p:tagLst>
</file>

<file path=ppt/tags/tag3269.xml><?xml version="1.0" encoding="utf-8"?>
<p:tagLst xmlns:p="http://schemas.openxmlformats.org/presentationml/2006/main">
  <p:tag name="KSO_WM_TEMPLATE_THUMBS_INDEX" val="1"/>
  <p:tag name="KSO_WM_SLIDE_ID" val="custom20204605_7"/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605"/>
  <p:tag name="KSO_WM_SLIDE_LAYOUT" val="a_b_e"/>
  <p:tag name="KSO_WM_SLIDE_LAYOUT_CNT" val="1_1_1"/>
  <p:tag name="KSO_WM_TEMPLATE_MASTER_TYPE" val="1"/>
  <p:tag name="KSO_WM_TEMPLATE_COLOR_TYPE" val="1"/>
</p:tagLst>
</file>

<file path=ppt/tags/tag327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55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63.4259887695313,&quot;left&quot;:41.89999299297183,&quot;top&quot;:99.34235994594306,&quot;width&quot;:418.4500070070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TEXT_FILL_FORE_SCHEMECOLOR_INDEX" val="1"/>
  <p:tag name="KSO_WM_UNIT_TEXT_FILL_TYPE" val="1"/>
  <p:tag name="KSO_WM_UNIT_ID" val="diagram20233554_1*l_h_f*1_1_1"/>
  <p:tag name="KSO_WM_UNIT_INDEX" val="1_1_1"/>
  <p:tag name="KSO_WM_DIAGRAM_GROUP_CODE" val="l1-1"/>
  <p:tag name="KSO_WM_UNIT_PRESET_TEXT" val="单击此处添加正文，请言简意赅的阐述您的观点。"/>
  <p:tag name="KSO_WM_UNIT_USESOURCEFORMAT_APPLY" val="1"/>
</p:tagLst>
</file>

<file path=ppt/tags/tag32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55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63.4259887695313,&quot;left&quot;:41.89999299297183,&quot;top&quot;:99.34235994594306,&quot;width&quot;:418.4500070070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3"/>
  <p:tag name="KSO_WM_UNIT_TEXT_FILL_FORE_SCHEMECOLOR_INDEX" val="1"/>
  <p:tag name="KSO_WM_UNIT_TEXT_FILL_TYPE" val="1"/>
  <p:tag name="KSO_WM_UNIT_ID" val="diagram20233554_1*l_h_a*1_1_1"/>
  <p:tag name="KSO_WM_UNIT_INDEX" val="1_1_1"/>
  <p:tag name="KSO_WM_DIAGRAM_GROUP_CODE" val="l1-1"/>
  <p:tag name="KSO_WM_UNIT_PRESET_TEXT" val="添加项标题"/>
  <p:tag name="KSO_WM_UNIT_USESOURCEFORMAT_APPLY" val="1"/>
</p:tagLst>
</file>

<file path=ppt/tags/tag3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17_2*l_h_i*1_1_1"/>
  <p:tag name="KSO_WM_TEMPLATE_CATEGORY" val="diagram"/>
  <p:tag name="KSO_WM_TEMPLATE_INDEX" val="2023481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VIRTUALLY_FRAME" val="{&quot;height&quot;:398.99008286844094,&quot;left&quot;:41.850072939414716,&quot;top&quot;:93.4423622047244,&quot;width&quot;:418.449927060585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327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55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63.4259887695313,&quot;left&quot;:41.89999299297183,&quot;top&quot;:99.34235994594306,&quot;width&quot;:418.4500070070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TEXT_FILL_FORE_SCHEMECOLOR_INDEX" val="1"/>
  <p:tag name="KSO_WM_UNIT_TEXT_FILL_TYPE" val="1"/>
  <p:tag name="KSO_WM_UNIT_ID" val="diagram20233554_1*l_h_f*1_1_1"/>
  <p:tag name="KSO_WM_UNIT_INDEX" val="1_1_1"/>
  <p:tag name="KSO_WM_DIAGRAM_GROUP_CODE" val="l1-1"/>
  <p:tag name="KSO_WM_UNIT_PRESET_TEXT" val="单击此处添加正文，请言简意赅的阐述您的观点。"/>
  <p:tag name="KSO_WM_UNIT_USESOURCEFORMAT_APPLY" val="1"/>
</p:tagLst>
</file>

<file path=ppt/tags/tag32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55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63.4259887695313,&quot;left&quot;:41.89999299297183,&quot;top&quot;:99.34235994594306,&quot;width&quot;:418.4500070070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3"/>
  <p:tag name="KSO_WM_UNIT_TEXT_FILL_FORE_SCHEMECOLOR_INDEX" val="1"/>
  <p:tag name="KSO_WM_UNIT_TEXT_FILL_TYPE" val="1"/>
  <p:tag name="KSO_WM_UNIT_ID" val="diagram20233554_1*l_h_a*1_1_1"/>
  <p:tag name="KSO_WM_UNIT_INDEX" val="1_1_1"/>
  <p:tag name="KSO_WM_DIAGRAM_GROUP_CODE" val="l1-1"/>
  <p:tag name="KSO_WM_UNIT_PRESET_TEXT" val="添加项标题"/>
  <p:tag name="KSO_WM_UNIT_USESOURCEFORMAT_APPLY" val="1"/>
</p:tagLst>
</file>

<file path=ppt/tags/tag3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17_2*l_h_i*1_1_1"/>
  <p:tag name="KSO_WM_TEMPLATE_CATEGORY" val="diagram"/>
  <p:tag name="KSO_WM_TEMPLATE_INDEX" val="2023481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VIRTUALLY_FRAME" val="{&quot;height&quot;:398.99008286844094,&quot;left&quot;:41.850072939414716,&quot;top&quot;:93.4423622047244,&quot;width&quot;:418.449927060585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327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77.xml><?xml version="1.0" encoding="utf-8"?>
<p:tagLst xmlns:p="http://schemas.openxmlformats.org/presentationml/2006/main">
  <p:tag name="KSO_WM_UNIT_NOCLEAR" val="0"/>
  <p:tag name="KSO_WM_UNIT_VALUE" val="7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605_7*e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PART ON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278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05_7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3279.xml><?xml version="1.0" encoding="utf-8"?>
<p:tagLst xmlns:p="http://schemas.openxmlformats.org/presentationml/2006/main">
  <p:tag name="KSO_WM_TEMPLATE_THUMBS_INDEX" val="1"/>
  <p:tag name="KSO_WM_SLIDE_ID" val="custom20204605_7"/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605"/>
  <p:tag name="KSO_WM_SLIDE_LAYOUT" val="a_b_e"/>
  <p:tag name="KSO_WM_SLIDE_LAYOUT_CNT" val="1_1_1"/>
  <p:tag name="KSO_WM_TEMPLATE_MASTER_TYPE" val="1"/>
  <p:tag name="KSO_WM_TEMPLATE_COLOR_TYPE" val="1"/>
</p:tagLst>
</file>

<file path=ppt/tags/tag3280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8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8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8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8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85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8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8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88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89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90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9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92.xml><?xml version="1.0" encoding="utf-8"?>
<p:tagLst xmlns:p="http://schemas.openxmlformats.org/presentationml/2006/main">
  <p:tag name="KSO_WM_UNIT_NOCLEAR" val="0"/>
  <p:tag name="KSO_WM_UNIT_VALUE" val="7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605_7*e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PART ON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293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05_7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3294.xml><?xml version="1.0" encoding="utf-8"?>
<p:tagLst xmlns:p="http://schemas.openxmlformats.org/presentationml/2006/main">
  <p:tag name="KSO_WM_TEMPLATE_THUMBS_INDEX" val="1"/>
  <p:tag name="KSO_WM_SLIDE_ID" val="custom20204605_7"/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605"/>
  <p:tag name="KSO_WM_SLIDE_LAYOUT" val="a_b_e"/>
  <p:tag name="KSO_WM_SLIDE_LAYOUT_CNT" val="1_1_1"/>
  <p:tag name="KSO_WM_TEMPLATE_MASTER_TYPE" val="1"/>
  <p:tag name="KSO_WM_TEMPLATE_COLOR_TYPE" val="1"/>
</p:tagLst>
</file>

<file path=ppt/tags/tag3295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9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9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98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299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00.xml><?xml version="1.0" encoding="utf-8"?>
<p:tagLst xmlns:p="http://schemas.openxmlformats.org/presentationml/2006/main">
  <p:tag name="KSO_WM_UNIT_NOCLEAR" val="0"/>
  <p:tag name="KSO_WM_UNIT_VALUE" val="7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605_7*e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PART ON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3301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05_7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3302.xml><?xml version="1.0" encoding="utf-8"?>
<p:tagLst xmlns:p="http://schemas.openxmlformats.org/presentationml/2006/main">
  <p:tag name="KSO_WM_TEMPLATE_THUMBS_INDEX" val="1"/>
  <p:tag name="KSO_WM_SLIDE_ID" val="custom20204605_7"/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605"/>
  <p:tag name="KSO_WM_SLIDE_LAYOUT" val="a_b_e"/>
  <p:tag name="KSO_WM_SLIDE_LAYOUT_CNT" val="1_1_1"/>
  <p:tag name="KSO_WM_TEMPLATE_MASTER_TYPE" val="1"/>
  <p:tag name="KSO_WM_TEMPLATE_COLOR_TYPE" val="1"/>
</p:tagLst>
</file>

<file path=ppt/tags/tag330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0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05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0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0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08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09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10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1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3312.xml><?xml version="1.0" encoding="utf-8"?>
<p:tagLst xmlns:p="http://schemas.openxmlformats.org/presentationml/2006/main">
  <p:tag name="KSO_WM_TEMPLATE_THUMBS_INDEX" val="1"/>
  <p:tag name="KSO_WM_SLIDE_ID" val="custom20204605_31"/>
  <p:tag name="KSO_WM_TEMPLATE_SUBCATEGORY" val="0"/>
  <p:tag name="KSO_WM_SLIDE_TYPE" val="endPage"/>
  <p:tag name="KSO_WM_SLIDE_SUBTYPE" val="pureTxt"/>
  <p:tag name="KSO_WM_SLIDE_ITEM_CNT" val="0"/>
  <p:tag name="KSO_WM_SLIDE_INDEX" val="31"/>
  <p:tag name="KSO_WM_TAG_VERSION" val="1.0"/>
  <p:tag name="KSO_WM_BEAUTIFY_FLAG" val="#wm#"/>
  <p:tag name="KSO_WM_TEMPLATE_CATEGORY" val="custom"/>
  <p:tag name="KSO_WM_TEMPLATE_INDEX" val="20204605"/>
  <p:tag name="KSO_WM_SLIDE_LAYOUT" val="a_b"/>
  <p:tag name="KSO_WM_SLIDE_LAYOUT_CNT" val="1_1"/>
  <p:tag name="KSO_WM_TEMPLATE_MASTER_TYPE" val="1"/>
  <p:tag name="KSO_WM_TEMPLATE_COLOR_TYPE" val="1"/>
</p:tagLst>
</file>

<file path=ppt/tags/tag3313.xml><?xml version="1.0" encoding="utf-8"?>
<p:tagLst xmlns:p="http://schemas.openxmlformats.org/presentationml/2006/main">
  <p:tag name="RESOURCE_RECORD_KEY" val="{&quot;13&quot;:[4563123],&quot;65&quot;:[20187308]}"/>
  <p:tag name="COMMONDATA" val="eyJjb3VudCI6MSwiaGRpZCI6Ijc0YThjNWMxN2MwZjFkNTRkOWVlZTZiODdmYWUxZDEyIiwidXNlckNvdW50Ijox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2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3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4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8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2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3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5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7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9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30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36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8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6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5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9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0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3273</Words>
  <Application>WPS 演示</Application>
  <PresentationFormat>宽屏</PresentationFormat>
  <Paragraphs>296</Paragraphs>
  <Slides>35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24</vt:i4>
      </vt:variant>
      <vt:variant>
        <vt:lpstr>幻灯片标题</vt:lpstr>
      </vt:variant>
      <vt:variant>
        <vt:i4>35</vt:i4>
      </vt:variant>
    </vt:vector>
  </HeadingPairs>
  <TitlesOfParts>
    <vt:vector size="69" baseType="lpstr">
      <vt:lpstr>Arial</vt:lpstr>
      <vt:lpstr>宋体</vt:lpstr>
      <vt:lpstr>Wingdings</vt:lpstr>
      <vt:lpstr>微软雅黑</vt:lpstr>
      <vt:lpstr>汉仪旗黑-85S</vt:lpstr>
      <vt:lpstr>黑体</vt:lpstr>
      <vt:lpstr>Noto Sans S Chinese Light</vt:lpstr>
      <vt:lpstr>Wingdings</vt:lpstr>
      <vt:lpstr>Arial Unicode MS</vt:lpstr>
      <vt:lpstr>汉仪力量黑简</vt:lpstr>
      <vt:lpstr>Office 主题​​</vt:lpstr>
      <vt:lpstr>7_Office 主题​​</vt:lpstr>
      <vt:lpstr>11_Office 主题​​</vt:lpstr>
      <vt:lpstr>1_Office 主题​​</vt:lpstr>
      <vt:lpstr>12_Office 主题​​</vt:lpstr>
      <vt:lpstr>13_Office 主题​​</vt:lpstr>
      <vt:lpstr>14_Office 主题​​</vt:lpstr>
      <vt:lpstr>18_Office 主题​​</vt:lpstr>
      <vt:lpstr>22_Office 主题​​</vt:lpstr>
      <vt:lpstr>23_Office 主题​​</vt:lpstr>
      <vt:lpstr>25_Office 主题​​</vt:lpstr>
      <vt:lpstr>27_Office 主题​​</vt:lpstr>
      <vt:lpstr>6_Office 主题​​</vt:lpstr>
      <vt:lpstr>29_Office 主题​​</vt:lpstr>
      <vt:lpstr>30_Office 主题​​</vt:lpstr>
      <vt:lpstr>36_Office 主题​​</vt:lpstr>
      <vt:lpstr>2_Office 主题​​</vt:lpstr>
      <vt:lpstr>3_Office 主题​​</vt:lpstr>
      <vt:lpstr>8_Office 主题​​</vt:lpstr>
      <vt:lpstr>16_Office 主题​​</vt:lpstr>
      <vt:lpstr>4_Office 主题​​</vt:lpstr>
      <vt:lpstr>5_Office 主题​​</vt:lpstr>
      <vt:lpstr>9_Office 主题​​</vt:lpstr>
      <vt:lpstr>10_Office 主题​​</vt:lpstr>
      <vt:lpstr>PowerPoint 演示文稿</vt:lpstr>
      <vt:lpstr>PowerPoint 演示文稿</vt:lpstr>
      <vt:lpstr>简介</vt:lpstr>
      <vt:lpstr>PowerPoint 演示文稿</vt:lpstr>
      <vt:lpstr>面向对象程序设计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上下文管理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数据持久化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夜空中最靓的崽</cp:lastModifiedBy>
  <cp:revision>79</cp:revision>
  <dcterms:created xsi:type="dcterms:W3CDTF">2025-11-11T07:27:00Z</dcterms:created>
  <dcterms:modified xsi:type="dcterms:W3CDTF">2026-03-15T06:59:47Z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311502408B6D478B94441A231216EF1B_13</vt:lpwstr>
  </property>
  <property fmtid="{D5CDD505-2E9C-101B-9397-08002B2CF9AE}" pid="4" name="KSOTemplateUUID">
    <vt:lpwstr>v1.0_mb_99bCO0nU347BMG+v2ieiRQ==</vt:lpwstr>
  </property>
</Properties>
</file>