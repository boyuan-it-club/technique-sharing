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79" r:id="rId4"/>
    <p:sldMasterId id="2147483698" r:id="rId5"/>
    <p:sldMasterId id="2147483717" r:id="rId6"/>
    <p:sldMasterId id="2147483736" r:id="rId7"/>
    <p:sldMasterId id="2147483755" r:id="rId8"/>
    <p:sldMasterId id="2147483774" r:id="rId9"/>
    <p:sldMasterId id="2147483793" r:id="rId10"/>
    <p:sldMasterId id="2147483812" r:id="rId11"/>
    <p:sldMasterId id="2147483831" r:id="rId12"/>
    <p:sldMasterId id="2147483850" r:id="rId13"/>
    <p:sldMasterId id="2147483869" r:id="rId14"/>
    <p:sldMasterId id="2147483888" r:id="rId15"/>
    <p:sldMasterId id="2147483907" r:id="rId16"/>
    <p:sldMasterId id="2147483926" r:id="rId17"/>
    <p:sldMasterId id="2147483945" r:id="rId18"/>
  </p:sldMasterIdLst>
  <p:notesMasterIdLst>
    <p:notesMasterId r:id="rId20"/>
  </p:notesMasterIdLst>
  <p:handoutMasterIdLst>
    <p:handoutMasterId r:id="rId48"/>
  </p:handoutMasterIdLst>
  <p:sldIdLst>
    <p:sldId id="398" r:id="rId19"/>
    <p:sldId id="300" r:id="rId21"/>
    <p:sldId id="301" r:id="rId22"/>
    <p:sldId id="399" r:id="rId23"/>
    <p:sldId id="423" r:id="rId24"/>
    <p:sldId id="477" r:id="rId25"/>
    <p:sldId id="403" r:id="rId26"/>
    <p:sldId id="404" r:id="rId27"/>
    <p:sldId id="478" r:id="rId28"/>
    <p:sldId id="465" r:id="rId29"/>
    <p:sldId id="406" r:id="rId30"/>
    <p:sldId id="451" r:id="rId31"/>
    <p:sldId id="413" r:id="rId32"/>
    <p:sldId id="442" r:id="rId33"/>
    <p:sldId id="466" r:id="rId34"/>
    <p:sldId id="432" r:id="rId35"/>
    <p:sldId id="447" r:id="rId36"/>
    <p:sldId id="479" r:id="rId37"/>
    <p:sldId id="461" r:id="rId38"/>
    <p:sldId id="470" r:id="rId39"/>
    <p:sldId id="471" r:id="rId40"/>
    <p:sldId id="472" r:id="rId41"/>
    <p:sldId id="474" r:id="rId42"/>
    <p:sldId id="476" r:id="rId43"/>
    <p:sldId id="475" r:id="rId44"/>
    <p:sldId id="468" r:id="rId45"/>
    <p:sldId id="464" r:id="rId46"/>
    <p:sldId id="316" r:id="rId47"/>
  </p:sldIdLst>
  <p:sldSz cx="12192000" cy="6858000"/>
  <p:notesSz cx="6858000" cy="9144000"/>
  <p:embeddedFontLst>
    <p:embeddedFont>
      <p:font typeface="微软雅黑" panose="020B0503020204020204" charset="-122"/>
      <p:regular r:id="rId53"/>
    </p:embeddedFont>
    <p:embeddedFont>
      <p:font typeface="汉仪力量黑简" panose="00020600040101010101" charset="-122"/>
      <p:regular r:id="rId54"/>
    </p:embeddedFont>
  </p:embeddedFontLst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FFFFF"/>
    <a:srgbClr val="7FBCD8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9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240" y="264"/>
      </p:cViewPr>
      <p:guideLst>
        <p:guide orient="horz" pos="2143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5" Type="http://schemas.openxmlformats.org/officeDocument/2006/relationships/tags" Target="tags/tag2345.xml"/><Relationship Id="rId54" Type="http://schemas.openxmlformats.org/officeDocument/2006/relationships/font" Target="fonts/font2.fntdata"/><Relationship Id="rId53" Type="http://schemas.openxmlformats.org/officeDocument/2006/relationships/font" Target="fonts/font1.fntdata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28.xml"/><Relationship Id="rId46" Type="http://schemas.openxmlformats.org/officeDocument/2006/relationships/slide" Target="slides/slide27.xml"/><Relationship Id="rId45" Type="http://schemas.openxmlformats.org/officeDocument/2006/relationships/slide" Target="slides/slide26.xml"/><Relationship Id="rId44" Type="http://schemas.openxmlformats.org/officeDocument/2006/relationships/slide" Target="slides/slide25.xml"/><Relationship Id="rId43" Type="http://schemas.openxmlformats.org/officeDocument/2006/relationships/slide" Target="slides/slide24.xml"/><Relationship Id="rId42" Type="http://schemas.openxmlformats.org/officeDocument/2006/relationships/slide" Target="slides/slide23.xml"/><Relationship Id="rId41" Type="http://schemas.openxmlformats.org/officeDocument/2006/relationships/slide" Target="slides/slide22.xml"/><Relationship Id="rId40" Type="http://schemas.openxmlformats.org/officeDocument/2006/relationships/slide" Target="slides/slide2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0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7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5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1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3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0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26.xml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5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6" Type="http://schemas.openxmlformats.org/officeDocument/2006/relationships/image" Target="../media/image2.svg"/><Relationship Id="rId15" Type="http://schemas.openxmlformats.org/officeDocument/2006/relationships/image" Target="../media/image1.png"/><Relationship Id="rId14" Type="http://schemas.openxmlformats.org/officeDocument/2006/relationships/tags" Target="../tags/tag16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7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8" Type="http://schemas.openxmlformats.org/officeDocument/2006/relationships/image" Target="../media/image2.svg"/><Relationship Id="rId17" Type="http://schemas.openxmlformats.org/officeDocument/2006/relationships/image" Target="../media/image1.png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00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1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8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5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4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43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5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1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5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58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64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7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73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8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3" Type="http://schemas.openxmlformats.org/officeDocument/2006/relationships/tags" Target="../tags/tag286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9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0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4" Type="http://schemas.openxmlformats.org/officeDocument/2006/relationships/tags" Target="../tags/tag312.xml"/><Relationship Id="rId13" Type="http://schemas.openxmlformats.org/officeDocument/2006/relationships/tags" Target="../tags/tag311.xml"/><Relationship Id="rId12" Type="http://schemas.openxmlformats.org/officeDocument/2006/relationships/tags" Target="../tags/tag310.xml"/><Relationship Id="rId11" Type="http://schemas.openxmlformats.org/officeDocument/2006/relationships/tags" Target="../tags/tag309.xml"/><Relationship Id="rId10" Type="http://schemas.openxmlformats.org/officeDocument/2006/relationships/tags" Target="../tags/tag308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1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323.xml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32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38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44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50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56.xml"/><Relationship Id="rId10" Type="http://schemas.openxmlformats.org/officeDocument/2006/relationships/tags" Target="../tags/tag362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63.xml"/><Relationship Id="rId12" Type="http://schemas.openxmlformats.org/officeDocument/2006/relationships/tags" Target="../tags/tag371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372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8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81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392.xml"/><Relationship Id="rId8" Type="http://schemas.openxmlformats.org/officeDocument/2006/relationships/tags" Target="../tags/tag39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9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89.xml"/><Relationship Id="rId12" Type="http://schemas.openxmlformats.org/officeDocument/2006/relationships/tags" Target="../tags/tag395.xml"/><Relationship Id="rId11" Type="http://schemas.openxmlformats.org/officeDocument/2006/relationships/tags" Target="../tags/tag394.xml"/><Relationship Id="rId10" Type="http://schemas.openxmlformats.org/officeDocument/2006/relationships/tags" Target="../tags/tag393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9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96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402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414.xml"/><Relationship Id="rId8" Type="http://schemas.openxmlformats.org/officeDocument/2006/relationships/tags" Target="../tags/tag41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41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11.xml"/><Relationship Id="rId11" Type="http://schemas.openxmlformats.org/officeDocument/2006/relationships/tags" Target="../tags/tag416.xml"/><Relationship Id="rId10" Type="http://schemas.openxmlformats.org/officeDocument/2006/relationships/tags" Target="../tags/tag415.xml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1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3" Type="http://schemas.openxmlformats.org/officeDocument/2006/relationships/tags" Target="../tags/tag424.xml"/><Relationship Id="rId12" Type="http://schemas.openxmlformats.org/officeDocument/2006/relationships/tags" Target="../tags/tag42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tags" Target="../tags/tag43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3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441.xml"/><Relationship Id="rId13" Type="http://schemas.openxmlformats.org/officeDocument/2006/relationships/tags" Target="../tags/tag440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4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4" Type="http://schemas.openxmlformats.org/officeDocument/2006/relationships/tags" Target="../tags/tag450.xml"/><Relationship Id="rId13" Type="http://schemas.openxmlformats.org/officeDocument/2006/relationships/tags" Target="../tags/tag449.xml"/><Relationship Id="rId12" Type="http://schemas.openxmlformats.org/officeDocument/2006/relationships/tags" Target="../tags/tag448.xml"/><Relationship Id="rId11" Type="http://schemas.openxmlformats.org/officeDocument/2006/relationships/tags" Target="../tags/tag447.xml"/><Relationship Id="rId10" Type="http://schemas.openxmlformats.org/officeDocument/2006/relationships/tags" Target="../tags/tag446.xml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5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46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3" Type="http://schemas.openxmlformats.org/officeDocument/2006/relationships/tags" Target="../tags/tag469.xml"/><Relationship Id="rId12" Type="http://schemas.openxmlformats.org/officeDocument/2006/relationships/tags" Target="../tags/tag468.xml"/><Relationship Id="rId11" Type="http://schemas.openxmlformats.org/officeDocument/2006/relationships/tags" Target="../tags/tag467.xml"/><Relationship Id="rId10" Type="http://schemas.openxmlformats.org/officeDocument/2006/relationships/tags" Target="../tags/tag466.xml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481.xml"/><Relationship Id="rId8" Type="http://schemas.openxmlformats.org/officeDocument/2006/relationships/tags" Target="../tags/tag480.xml"/><Relationship Id="rId7" Type="http://schemas.openxmlformats.org/officeDocument/2006/relationships/tags" Target="../tags/tag479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476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tags" Target="../tags/tag48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82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493.xml"/><Relationship Id="rId8" Type="http://schemas.openxmlformats.org/officeDocument/2006/relationships/tags" Target="../tags/tag492.xml"/><Relationship Id="rId7" Type="http://schemas.openxmlformats.org/officeDocument/2006/relationships/tags" Target="../tags/tag491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488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499.xml"/><Relationship Id="rId8" Type="http://schemas.openxmlformats.org/officeDocument/2006/relationships/tags" Target="../tags/tag498.xml"/><Relationship Id="rId7" Type="http://schemas.openxmlformats.org/officeDocument/2006/relationships/tags" Target="../tags/tag497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494.xml"/><Relationship Id="rId10" Type="http://schemas.openxmlformats.org/officeDocument/2006/relationships/tags" Target="../tags/tag500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tags" Target="../tags/tag505.xml"/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01.xml"/><Relationship Id="rId12" Type="http://schemas.openxmlformats.org/officeDocument/2006/relationships/tags" Target="../tags/tag509.xml"/><Relationship Id="rId11" Type="http://schemas.openxmlformats.org/officeDocument/2006/relationships/tags" Target="../tags/tag508.xml"/><Relationship Id="rId10" Type="http://schemas.openxmlformats.org/officeDocument/2006/relationships/tags" Target="../tags/tag507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9" Type="http://schemas.openxmlformats.org/officeDocument/2006/relationships/tags" Target="../tags/tag515.xml"/><Relationship Id="rId8" Type="http://schemas.openxmlformats.org/officeDocument/2006/relationships/tags" Target="../tags/tag514.xml"/><Relationship Id="rId7" Type="http://schemas.openxmlformats.org/officeDocument/2006/relationships/tags" Target="../tags/tag513.xml"/><Relationship Id="rId6" Type="http://schemas.openxmlformats.org/officeDocument/2006/relationships/tags" Target="../tags/tag512.xml"/><Relationship Id="rId5" Type="http://schemas.openxmlformats.org/officeDocument/2006/relationships/tags" Target="../tags/tag51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510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4" Type="http://schemas.openxmlformats.org/officeDocument/2006/relationships/tags" Target="../tags/tag518.xml"/><Relationship Id="rId3" Type="http://schemas.openxmlformats.org/officeDocument/2006/relationships/tags" Target="../tags/tag517.xml"/><Relationship Id="rId2" Type="http://schemas.openxmlformats.org/officeDocument/2006/relationships/tags" Target="../tags/tag516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tags" Target="../tags/tag522.xml"/><Relationship Id="rId8" Type="http://schemas.openxmlformats.org/officeDocument/2006/relationships/tags" Target="../tags/tag5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19.xml"/><Relationship Id="rId13" Type="http://schemas.openxmlformats.org/officeDocument/2006/relationships/tags" Target="../tags/tag526.xml"/><Relationship Id="rId12" Type="http://schemas.openxmlformats.org/officeDocument/2006/relationships/tags" Target="../tags/tag525.xml"/><Relationship Id="rId11" Type="http://schemas.openxmlformats.org/officeDocument/2006/relationships/tags" Target="../tags/tag524.xml"/><Relationship Id="rId10" Type="http://schemas.openxmlformats.org/officeDocument/2006/relationships/tags" Target="../tags/tag523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9" Type="http://schemas.openxmlformats.org/officeDocument/2006/relationships/tags" Target="../tags/tag530.xml"/><Relationship Id="rId8" Type="http://schemas.openxmlformats.org/officeDocument/2006/relationships/tags" Target="../tags/tag5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27.xml"/><Relationship Id="rId12" Type="http://schemas.openxmlformats.org/officeDocument/2006/relationships/tags" Target="../tags/tag533.xml"/><Relationship Id="rId11" Type="http://schemas.openxmlformats.org/officeDocument/2006/relationships/tags" Target="../tags/tag532.xml"/><Relationship Id="rId10" Type="http://schemas.openxmlformats.org/officeDocument/2006/relationships/tags" Target="../tags/tag531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537.xml"/><Relationship Id="rId8" Type="http://schemas.openxmlformats.org/officeDocument/2006/relationships/tags" Target="../tags/tag53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3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34.xml"/><Relationship Id="rId11" Type="http://schemas.openxmlformats.org/officeDocument/2006/relationships/tags" Target="../tags/tag539.xml"/><Relationship Id="rId10" Type="http://schemas.openxmlformats.org/officeDocument/2006/relationships/tags" Target="../tags/tag538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545.xml"/><Relationship Id="rId8" Type="http://schemas.openxmlformats.org/officeDocument/2006/relationships/tags" Target="../tags/tag544.xml"/><Relationship Id="rId7" Type="http://schemas.openxmlformats.org/officeDocument/2006/relationships/tags" Target="../tags/tag543.xml"/><Relationship Id="rId6" Type="http://schemas.openxmlformats.org/officeDocument/2006/relationships/tags" Target="../tags/tag542.xml"/><Relationship Id="rId5" Type="http://schemas.openxmlformats.org/officeDocument/2006/relationships/tags" Target="../tags/tag54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540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548.xml"/><Relationship Id="rId11" Type="http://schemas.openxmlformats.org/officeDocument/2006/relationships/tags" Target="../tags/tag547.xml"/><Relationship Id="rId10" Type="http://schemas.openxmlformats.org/officeDocument/2006/relationships/tags" Target="../tags/tag546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552.xml"/><Relationship Id="rId8" Type="http://schemas.openxmlformats.org/officeDocument/2006/relationships/tags" Target="../tags/tag55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5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549.xml"/><Relationship Id="rId11" Type="http://schemas.openxmlformats.org/officeDocument/2006/relationships/tags" Target="../tags/tag554.xml"/><Relationship Id="rId10" Type="http://schemas.openxmlformats.org/officeDocument/2006/relationships/tags" Target="../tags/tag553.xm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9" Type="http://schemas.openxmlformats.org/officeDocument/2006/relationships/tags" Target="../tags/tag55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5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56.xml"/><Relationship Id="rId2" Type="http://schemas.openxmlformats.org/officeDocument/2006/relationships/tags" Target="../tags/tag555.xml"/><Relationship Id="rId13" Type="http://schemas.openxmlformats.org/officeDocument/2006/relationships/tags" Target="../tags/tag562.xml"/><Relationship Id="rId12" Type="http://schemas.openxmlformats.org/officeDocument/2006/relationships/tags" Target="../tags/tag561.xml"/><Relationship Id="rId11" Type="http://schemas.openxmlformats.org/officeDocument/2006/relationships/tags" Target="../tags/tag560.xml"/><Relationship Id="rId10" Type="http://schemas.openxmlformats.org/officeDocument/2006/relationships/tags" Target="../tags/tag559.xml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64.xml"/><Relationship Id="rId2" Type="http://schemas.openxmlformats.org/officeDocument/2006/relationships/tags" Target="../tags/tag563.xml"/><Relationship Id="rId13" Type="http://schemas.openxmlformats.org/officeDocument/2006/relationships/image" Target="../media/image10.svg"/><Relationship Id="rId12" Type="http://schemas.openxmlformats.org/officeDocument/2006/relationships/image" Target="../media/image8.png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9" Type="http://schemas.openxmlformats.org/officeDocument/2006/relationships/tags" Target="../tags/tag57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7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72.xml"/><Relationship Id="rId2" Type="http://schemas.openxmlformats.org/officeDocument/2006/relationships/tags" Target="../tags/tag571.xml"/><Relationship Id="rId16" Type="http://schemas.openxmlformats.org/officeDocument/2006/relationships/image" Target="../media/image10.svg"/><Relationship Id="rId15" Type="http://schemas.openxmlformats.org/officeDocument/2006/relationships/image" Target="../media/image8.png"/><Relationship Id="rId14" Type="http://schemas.openxmlformats.org/officeDocument/2006/relationships/tags" Target="../tags/tag579.xml"/><Relationship Id="rId13" Type="http://schemas.openxmlformats.org/officeDocument/2006/relationships/tags" Target="../tags/tag578.xml"/><Relationship Id="rId12" Type="http://schemas.openxmlformats.org/officeDocument/2006/relationships/tags" Target="../tags/tag577.xml"/><Relationship Id="rId11" Type="http://schemas.openxmlformats.org/officeDocument/2006/relationships/tags" Target="../tags/tag576.xml"/><Relationship Id="rId10" Type="http://schemas.openxmlformats.org/officeDocument/2006/relationships/tags" Target="../tags/tag575.xml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tags" Target="../tags/tag5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81.xml"/><Relationship Id="rId2" Type="http://schemas.openxmlformats.org/officeDocument/2006/relationships/tags" Target="../tags/tag580.xml"/><Relationship Id="rId14" Type="http://schemas.openxmlformats.org/officeDocument/2006/relationships/tags" Target="../tags/tag588.xml"/><Relationship Id="rId13" Type="http://schemas.openxmlformats.org/officeDocument/2006/relationships/tags" Target="../tags/tag587.xml"/><Relationship Id="rId12" Type="http://schemas.openxmlformats.org/officeDocument/2006/relationships/tags" Target="../tags/tag586.xml"/><Relationship Id="rId11" Type="http://schemas.openxmlformats.org/officeDocument/2006/relationships/tags" Target="../tags/tag585.xml"/><Relationship Id="rId10" Type="http://schemas.openxmlformats.org/officeDocument/2006/relationships/tags" Target="../tags/tag584.xml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59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59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590.xml"/><Relationship Id="rId2" Type="http://schemas.openxmlformats.org/officeDocument/2006/relationships/tags" Target="../tags/tag589.xml"/><Relationship Id="rId18" Type="http://schemas.openxmlformats.org/officeDocument/2006/relationships/image" Target="../media/image10.svg"/><Relationship Id="rId17" Type="http://schemas.openxmlformats.org/officeDocument/2006/relationships/image" Target="../media/image8.png"/><Relationship Id="rId16" Type="http://schemas.openxmlformats.org/officeDocument/2006/relationships/tags" Target="../tags/tag599.xml"/><Relationship Id="rId15" Type="http://schemas.openxmlformats.org/officeDocument/2006/relationships/tags" Target="../tags/tag598.xml"/><Relationship Id="rId14" Type="http://schemas.openxmlformats.org/officeDocument/2006/relationships/tags" Target="../tags/tag597.xml"/><Relationship Id="rId13" Type="http://schemas.openxmlformats.org/officeDocument/2006/relationships/tags" Target="../tags/tag596.xml"/><Relationship Id="rId12" Type="http://schemas.openxmlformats.org/officeDocument/2006/relationships/tags" Target="../tags/tag595.xml"/><Relationship Id="rId11" Type="http://schemas.openxmlformats.org/officeDocument/2006/relationships/tags" Target="../tags/tag594.xml"/><Relationship Id="rId10" Type="http://schemas.openxmlformats.org/officeDocument/2006/relationships/tags" Target="../tags/tag593.xm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60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60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601.xml"/><Relationship Id="rId2" Type="http://schemas.openxmlformats.org/officeDocument/2006/relationships/tags" Target="../tags/tag600.xml"/><Relationship Id="rId13" Type="http://schemas.openxmlformats.org/officeDocument/2006/relationships/tags" Target="../tags/tag607.xml"/><Relationship Id="rId12" Type="http://schemas.openxmlformats.org/officeDocument/2006/relationships/tags" Target="../tags/tag606.xml"/><Relationship Id="rId11" Type="http://schemas.openxmlformats.org/officeDocument/2006/relationships/tags" Target="../tags/tag605.xml"/><Relationship Id="rId10" Type="http://schemas.openxmlformats.org/officeDocument/2006/relationships/tags" Target="../tags/tag604.xml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14.xm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tags" Target="../tags/tag625.xml"/><Relationship Id="rId8" Type="http://schemas.openxmlformats.org/officeDocument/2006/relationships/tags" Target="../tags/tag624.xml"/><Relationship Id="rId7" Type="http://schemas.openxmlformats.org/officeDocument/2006/relationships/tags" Target="../tags/tag623.xml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20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tags" Target="../tags/tag631.xml"/><Relationship Id="rId8" Type="http://schemas.openxmlformats.org/officeDocument/2006/relationships/tags" Target="../tags/tag630.xml"/><Relationship Id="rId7" Type="http://schemas.openxmlformats.org/officeDocument/2006/relationships/tags" Target="../tags/tag629.xml"/><Relationship Id="rId6" Type="http://schemas.openxmlformats.org/officeDocument/2006/relationships/tags" Target="../tags/tag628.xml"/><Relationship Id="rId5" Type="http://schemas.openxmlformats.org/officeDocument/2006/relationships/tags" Target="../tags/tag62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626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tags" Target="../tags/tag637.xml"/><Relationship Id="rId8" Type="http://schemas.openxmlformats.org/officeDocument/2006/relationships/tags" Target="../tags/tag636.xml"/><Relationship Id="rId7" Type="http://schemas.openxmlformats.org/officeDocument/2006/relationships/tags" Target="../tags/tag635.xml"/><Relationship Id="rId6" Type="http://schemas.openxmlformats.org/officeDocument/2006/relationships/tags" Target="../tags/tag634.xml"/><Relationship Id="rId5" Type="http://schemas.openxmlformats.org/officeDocument/2006/relationships/tags" Target="../tags/tag63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32.xml"/><Relationship Id="rId10" Type="http://schemas.openxmlformats.org/officeDocument/2006/relationships/tags" Target="../tags/tag638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9" Type="http://schemas.openxmlformats.org/officeDocument/2006/relationships/tags" Target="../tags/tag644.xml"/><Relationship Id="rId8" Type="http://schemas.openxmlformats.org/officeDocument/2006/relationships/tags" Target="../tags/tag643.xml"/><Relationship Id="rId7" Type="http://schemas.openxmlformats.org/officeDocument/2006/relationships/tags" Target="../tags/tag642.xml"/><Relationship Id="rId6" Type="http://schemas.openxmlformats.org/officeDocument/2006/relationships/tags" Target="../tags/tag641.xml"/><Relationship Id="rId5" Type="http://schemas.openxmlformats.org/officeDocument/2006/relationships/tags" Target="../tags/tag64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39.xml"/><Relationship Id="rId12" Type="http://schemas.openxmlformats.org/officeDocument/2006/relationships/tags" Target="../tags/tag647.xml"/><Relationship Id="rId11" Type="http://schemas.openxmlformats.org/officeDocument/2006/relationships/tags" Target="../tags/tag646.xml"/><Relationship Id="rId10" Type="http://schemas.openxmlformats.org/officeDocument/2006/relationships/tags" Target="../tags/tag645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9" Type="http://schemas.openxmlformats.org/officeDocument/2006/relationships/tags" Target="../tags/tag653.xml"/><Relationship Id="rId8" Type="http://schemas.openxmlformats.org/officeDocument/2006/relationships/tags" Target="../tags/tag652.xml"/><Relationship Id="rId7" Type="http://schemas.openxmlformats.org/officeDocument/2006/relationships/tags" Target="../tags/tag651.xml"/><Relationship Id="rId6" Type="http://schemas.openxmlformats.org/officeDocument/2006/relationships/tags" Target="../tags/tag650.xml"/><Relationship Id="rId5" Type="http://schemas.openxmlformats.org/officeDocument/2006/relationships/tags" Target="../tags/tag64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648.xml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" Type="http://schemas.openxmlformats.org/officeDocument/2006/relationships/tags" Target="../tags/tag654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9" Type="http://schemas.openxmlformats.org/officeDocument/2006/relationships/tags" Target="../tags/tag660.xml"/><Relationship Id="rId8" Type="http://schemas.openxmlformats.org/officeDocument/2006/relationships/tags" Target="../tags/tag65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5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57.xml"/><Relationship Id="rId13" Type="http://schemas.openxmlformats.org/officeDocument/2006/relationships/tags" Target="../tags/tag664.xml"/><Relationship Id="rId12" Type="http://schemas.openxmlformats.org/officeDocument/2006/relationships/tags" Target="../tags/tag663.xml"/><Relationship Id="rId11" Type="http://schemas.openxmlformats.org/officeDocument/2006/relationships/tags" Target="../tags/tag662.xml"/><Relationship Id="rId10" Type="http://schemas.openxmlformats.org/officeDocument/2006/relationships/tags" Target="../tags/tag661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9" Type="http://schemas.openxmlformats.org/officeDocument/2006/relationships/tags" Target="../tags/tag668.xml"/><Relationship Id="rId8" Type="http://schemas.openxmlformats.org/officeDocument/2006/relationships/tags" Target="../tags/tag66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6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65.xml"/><Relationship Id="rId12" Type="http://schemas.openxmlformats.org/officeDocument/2006/relationships/tags" Target="../tags/tag671.xml"/><Relationship Id="rId11" Type="http://schemas.openxmlformats.org/officeDocument/2006/relationships/tags" Target="../tags/tag670.xml"/><Relationship Id="rId10" Type="http://schemas.openxmlformats.org/officeDocument/2006/relationships/tags" Target="../tags/tag669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9" Type="http://schemas.openxmlformats.org/officeDocument/2006/relationships/tags" Target="../tags/tag675.xml"/><Relationship Id="rId8" Type="http://schemas.openxmlformats.org/officeDocument/2006/relationships/tags" Target="../tags/tag67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7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72.xml"/><Relationship Id="rId11" Type="http://schemas.openxmlformats.org/officeDocument/2006/relationships/tags" Target="../tags/tag677.xml"/><Relationship Id="rId10" Type="http://schemas.openxmlformats.org/officeDocument/2006/relationships/tags" Target="../tags/tag676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9" Type="http://schemas.openxmlformats.org/officeDocument/2006/relationships/tags" Target="../tags/tag683.xml"/><Relationship Id="rId8" Type="http://schemas.openxmlformats.org/officeDocument/2006/relationships/tags" Target="../tags/tag682.xml"/><Relationship Id="rId7" Type="http://schemas.openxmlformats.org/officeDocument/2006/relationships/tags" Target="../tags/tag681.xml"/><Relationship Id="rId6" Type="http://schemas.openxmlformats.org/officeDocument/2006/relationships/tags" Target="../tags/tag680.xml"/><Relationship Id="rId5" Type="http://schemas.openxmlformats.org/officeDocument/2006/relationships/tags" Target="../tags/tag67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78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686.xml"/><Relationship Id="rId11" Type="http://schemas.openxmlformats.org/officeDocument/2006/relationships/tags" Target="../tags/tag685.xml"/><Relationship Id="rId10" Type="http://schemas.openxmlformats.org/officeDocument/2006/relationships/tags" Target="../tags/tag684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9" Type="http://schemas.openxmlformats.org/officeDocument/2006/relationships/tags" Target="../tags/tag690.xml"/><Relationship Id="rId8" Type="http://schemas.openxmlformats.org/officeDocument/2006/relationships/tags" Target="../tags/tag68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68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687.xml"/><Relationship Id="rId11" Type="http://schemas.openxmlformats.org/officeDocument/2006/relationships/tags" Target="../tags/tag692.xml"/><Relationship Id="rId10" Type="http://schemas.openxmlformats.org/officeDocument/2006/relationships/tags" Target="../tags/tag691.xml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9" Type="http://schemas.openxmlformats.org/officeDocument/2006/relationships/tags" Target="../tags/tag69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69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694.xml"/><Relationship Id="rId2" Type="http://schemas.openxmlformats.org/officeDocument/2006/relationships/tags" Target="../tags/tag693.xml"/><Relationship Id="rId13" Type="http://schemas.openxmlformats.org/officeDocument/2006/relationships/tags" Target="../tags/tag700.xml"/><Relationship Id="rId12" Type="http://schemas.openxmlformats.org/officeDocument/2006/relationships/tags" Target="../tags/tag699.xml"/><Relationship Id="rId11" Type="http://schemas.openxmlformats.org/officeDocument/2006/relationships/tags" Target="../tags/tag698.xml"/><Relationship Id="rId10" Type="http://schemas.openxmlformats.org/officeDocument/2006/relationships/tags" Target="../tags/tag697.xml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9" Type="http://schemas.openxmlformats.org/officeDocument/2006/relationships/tags" Target="../tags/tag706.xml"/><Relationship Id="rId8" Type="http://schemas.openxmlformats.org/officeDocument/2006/relationships/tags" Target="../tags/tag705.xml"/><Relationship Id="rId7" Type="http://schemas.openxmlformats.org/officeDocument/2006/relationships/tags" Target="../tags/tag704.xml"/><Relationship Id="rId6" Type="http://schemas.openxmlformats.org/officeDocument/2006/relationships/tags" Target="../tags/tag70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02.xml"/><Relationship Id="rId2" Type="http://schemas.openxmlformats.org/officeDocument/2006/relationships/tags" Target="../tags/tag701.xml"/><Relationship Id="rId13" Type="http://schemas.openxmlformats.org/officeDocument/2006/relationships/image" Target="../media/image10.svg"/><Relationship Id="rId12" Type="http://schemas.openxmlformats.org/officeDocument/2006/relationships/image" Target="../media/image8.png"/><Relationship Id="rId11" Type="http://schemas.openxmlformats.org/officeDocument/2006/relationships/tags" Target="../tags/tag708.xml"/><Relationship Id="rId10" Type="http://schemas.openxmlformats.org/officeDocument/2006/relationships/tags" Target="../tags/tag707.xml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9" Type="http://schemas.openxmlformats.org/officeDocument/2006/relationships/tags" Target="../tags/tag71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1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10.xml"/><Relationship Id="rId2" Type="http://schemas.openxmlformats.org/officeDocument/2006/relationships/tags" Target="../tags/tag709.xml"/><Relationship Id="rId16" Type="http://schemas.openxmlformats.org/officeDocument/2006/relationships/image" Target="../media/image10.svg"/><Relationship Id="rId15" Type="http://schemas.openxmlformats.org/officeDocument/2006/relationships/image" Target="../media/image8.png"/><Relationship Id="rId14" Type="http://schemas.openxmlformats.org/officeDocument/2006/relationships/tags" Target="../tags/tag717.xml"/><Relationship Id="rId13" Type="http://schemas.openxmlformats.org/officeDocument/2006/relationships/tags" Target="../tags/tag716.xml"/><Relationship Id="rId12" Type="http://schemas.openxmlformats.org/officeDocument/2006/relationships/tags" Target="../tags/tag715.xml"/><Relationship Id="rId11" Type="http://schemas.openxmlformats.org/officeDocument/2006/relationships/tags" Target="../tags/tag714.xml"/><Relationship Id="rId10" Type="http://schemas.openxmlformats.org/officeDocument/2006/relationships/tags" Target="../tags/tag713.xml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9" Type="http://schemas.openxmlformats.org/officeDocument/2006/relationships/tags" Target="../tags/tag7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19.xml"/><Relationship Id="rId2" Type="http://schemas.openxmlformats.org/officeDocument/2006/relationships/tags" Target="../tags/tag718.xml"/><Relationship Id="rId14" Type="http://schemas.openxmlformats.org/officeDocument/2006/relationships/tags" Target="../tags/tag726.xml"/><Relationship Id="rId13" Type="http://schemas.openxmlformats.org/officeDocument/2006/relationships/tags" Target="../tags/tag725.xml"/><Relationship Id="rId12" Type="http://schemas.openxmlformats.org/officeDocument/2006/relationships/tags" Target="../tags/tag724.xml"/><Relationship Id="rId11" Type="http://schemas.openxmlformats.org/officeDocument/2006/relationships/tags" Target="../tags/tag723.xml"/><Relationship Id="rId10" Type="http://schemas.openxmlformats.org/officeDocument/2006/relationships/tags" Target="../tags/tag722.xml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tags" Target="../tags/tag73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2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28.xml"/><Relationship Id="rId2" Type="http://schemas.openxmlformats.org/officeDocument/2006/relationships/tags" Target="../tags/tag727.xml"/><Relationship Id="rId18" Type="http://schemas.openxmlformats.org/officeDocument/2006/relationships/image" Target="../media/image10.svg"/><Relationship Id="rId17" Type="http://schemas.openxmlformats.org/officeDocument/2006/relationships/image" Target="../media/image8.png"/><Relationship Id="rId16" Type="http://schemas.openxmlformats.org/officeDocument/2006/relationships/tags" Target="../tags/tag737.xml"/><Relationship Id="rId15" Type="http://schemas.openxmlformats.org/officeDocument/2006/relationships/tags" Target="../tags/tag736.xml"/><Relationship Id="rId14" Type="http://schemas.openxmlformats.org/officeDocument/2006/relationships/tags" Target="../tags/tag735.xml"/><Relationship Id="rId13" Type="http://schemas.openxmlformats.org/officeDocument/2006/relationships/tags" Target="../tags/tag734.xml"/><Relationship Id="rId12" Type="http://schemas.openxmlformats.org/officeDocument/2006/relationships/tags" Target="../tags/tag733.xml"/><Relationship Id="rId11" Type="http://schemas.openxmlformats.org/officeDocument/2006/relationships/tags" Target="../tags/tag732.xml"/><Relationship Id="rId10" Type="http://schemas.openxmlformats.org/officeDocument/2006/relationships/tags" Target="../tags/tag731.xml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9" Type="http://schemas.openxmlformats.org/officeDocument/2006/relationships/tags" Target="../tags/tag74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74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739.xml"/><Relationship Id="rId2" Type="http://schemas.openxmlformats.org/officeDocument/2006/relationships/tags" Target="../tags/tag738.xml"/><Relationship Id="rId13" Type="http://schemas.openxmlformats.org/officeDocument/2006/relationships/tags" Target="../tags/tag745.xml"/><Relationship Id="rId12" Type="http://schemas.openxmlformats.org/officeDocument/2006/relationships/tags" Target="../tags/tag744.xml"/><Relationship Id="rId11" Type="http://schemas.openxmlformats.org/officeDocument/2006/relationships/tags" Target="../tags/tag743.xml"/><Relationship Id="rId10" Type="http://schemas.openxmlformats.org/officeDocument/2006/relationships/tags" Target="../tags/tag742.xml"/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9" Type="http://schemas.openxmlformats.org/officeDocument/2006/relationships/tags" Target="../tags/tag757.xml"/><Relationship Id="rId8" Type="http://schemas.openxmlformats.org/officeDocument/2006/relationships/tags" Target="../tags/tag756.xml"/><Relationship Id="rId7" Type="http://schemas.openxmlformats.org/officeDocument/2006/relationships/tags" Target="../tags/tag755.xml"/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752.xml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tags" Target="../tags/tag763.xml"/><Relationship Id="rId8" Type="http://schemas.openxmlformats.org/officeDocument/2006/relationships/tags" Target="../tags/tag762.xml"/><Relationship Id="rId7" Type="http://schemas.openxmlformats.org/officeDocument/2006/relationships/tags" Target="../tags/tag761.xml"/><Relationship Id="rId6" Type="http://schemas.openxmlformats.org/officeDocument/2006/relationships/tags" Target="../tags/tag760.xml"/><Relationship Id="rId5" Type="http://schemas.openxmlformats.org/officeDocument/2006/relationships/tags" Target="../tags/tag75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58.xml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9" Type="http://schemas.openxmlformats.org/officeDocument/2006/relationships/tags" Target="../tags/tag769.xml"/><Relationship Id="rId8" Type="http://schemas.openxmlformats.org/officeDocument/2006/relationships/tags" Target="../tags/tag768.xml"/><Relationship Id="rId7" Type="http://schemas.openxmlformats.org/officeDocument/2006/relationships/tags" Target="../tags/tag767.xml"/><Relationship Id="rId6" Type="http://schemas.openxmlformats.org/officeDocument/2006/relationships/tags" Target="../tags/tag766.xml"/><Relationship Id="rId5" Type="http://schemas.openxmlformats.org/officeDocument/2006/relationships/tags" Target="../tags/tag76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764.xml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70.xml"/><Relationship Id="rId10" Type="http://schemas.openxmlformats.org/officeDocument/2006/relationships/tags" Target="../tags/tag776.xml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9" Type="http://schemas.openxmlformats.org/officeDocument/2006/relationships/tags" Target="../tags/tag782.xml"/><Relationship Id="rId8" Type="http://schemas.openxmlformats.org/officeDocument/2006/relationships/tags" Target="../tags/tag781.xml"/><Relationship Id="rId7" Type="http://schemas.openxmlformats.org/officeDocument/2006/relationships/tags" Target="../tags/tag780.xml"/><Relationship Id="rId6" Type="http://schemas.openxmlformats.org/officeDocument/2006/relationships/tags" Target="../tags/tag779.xml"/><Relationship Id="rId5" Type="http://schemas.openxmlformats.org/officeDocument/2006/relationships/tags" Target="../tags/tag77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77.xml"/><Relationship Id="rId12" Type="http://schemas.openxmlformats.org/officeDocument/2006/relationships/tags" Target="../tags/tag785.xml"/><Relationship Id="rId11" Type="http://schemas.openxmlformats.org/officeDocument/2006/relationships/tags" Target="../tags/tag784.xml"/><Relationship Id="rId10" Type="http://schemas.openxmlformats.org/officeDocument/2006/relationships/tags" Target="../tags/tag783.xml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9" Type="http://schemas.openxmlformats.org/officeDocument/2006/relationships/tags" Target="../tags/tag791.xml"/><Relationship Id="rId8" Type="http://schemas.openxmlformats.org/officeDocument/2006/relationships/tags" Target="../tags/tag790.xml"/><Relationship Id="rId7" Type="http://schemas.openxmlformats.org/officeDocument/2006/relationships/tags" Target="../tags/tag789.xml"/><Relationship Id="rId6" Type="http://schemas.openxmlformats.org/officeDocument/2006/relationships/tags" Target="../tags/tag788.xml"/><Relationship Id="rId5" Type="http://schemas.openxmlformats.org/officeDocument/2006/relationships/tags" Target="../tags/tag78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786.xml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9" Type="http://schemas.openxmlformats.org/officeDocument/2006/relationships/tags" Target="../tags/tag798.xml"/><Relationship Id="rId8" Type="http://schemas.openxmlformats.org/officeDocument/2006/relationships/tags" Target="../tags/tag79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79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95.xml"/><Relationship Id="rId13" Type="http://schemas.openxmlformats.org/officeDocument/2006/relationships/tags" Target="../tags/tag802.xml"/><Relationship Id="rId12" Type="http://schemas.openxmlformats.org/officeDocument/2006/relationships/tags" Target="../tags/tag801.xml"/><Relationship Id="rId11" Type="http://schemas.openxmlformats.org/officeDocument/2006/relationships/tags" Target="../tags/tag800.xml"/><Relationship Id="rId10" Type="http://schemas.openxmlformats.org/officeDocument/2006/relationships/tags" Target="../tags/tag799.xml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9" Type="http://schemas.openxmlformats.org/officeDocument/2006/relationships/tags" Target="../tags/tag806.xml"/><Relationship Id="rId8" Type="http://schemas.openxmlformats.org/officeDocument/2006/relationships/tags" Target="../tags/tag80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0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03.xml"/><Relationship Id="rId12" Type="http://schemas.openxmlformats.org/officeDocument/2006/relationships/tags" Target="../tags/tag809.xml"/><Relationship Id="rId11" Type="http://schemas.openxmlformats.org/officeDocument/2006/relationships/tags" Target="../tags/tag808.xml"/><Relationship Id="rId10" Type="http://schemas.openxmlformats.org/officeDocument/2006/relationships/tags" Target="../tags/tag807.xml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9" Type="http://schemas.openxmlformats.org/officeDocument/2006/relationships/tags" Target="../tags/tag813.xml"/><Relationship Id="rId8" Type="http://schemas.openxmlformats.org/officeDocument/2006/relationships/tags" Target="../tags/tag81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10.xml"/><Relationship Id="rId11" Type="http://schemas.openxmlformats.org/officeDocument/2006/relationships/tags" Target="../tags/tag815.xml"/><Relationship Id="rId10" Type="http://schemas.openxmlformats.org/officeDocument/2006/relationships/tags" Target="../tags/tag814.xml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9" Type="http://schemas.openxmlformats.org/officeDocument/2006/relationships/tags" Target="../tags/tag821.xml"/><Relationship Id="rId8" Type="http://schemas.openxmlformats.org/officeDocument/2006/relationships/tags" Target="../tags/tag820.xml"/><Relationship Id="rId7" Type="http://schemas.openxmlformats.org/officeDocument/2006/relationships/tags" Target="../tags/tag819.xml"/><Relationship Id="rId6" Type="http://schemas.openxmlformats.org/officeDocument/2006/relationships/tags" Target="../tags/tag818.xml"/><Relationship Id="rId5" Type="http://schemas.openxmlformats.org/officeDocument/2006/relationships/tags" Target="../tags/tag81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816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824.xml"/><Relationship Id="rId11" Type="http://schemas.openxmlformats.org/officeDocument/2006/relationships/tags" Target="../tags/tag823.xml"/><Relationship Id="rId10" Type="http://schemas.openxmlformats.org/officeDocument/2006/relationships/tags" Target="../tags/tag822.xml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9" Type="http://schemas.openxmlformats.org/officeDocument/2006/relationships/tags" Target="../tags/tag828.xml"/><Relationship Id="rId8" Type="http://schemas.openxmlformats.org/officeDocument/2006/relationships/tags" Target="../tags/tag82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2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25.xml"/><Relationship Id="rId11" Type="http://schemas.openxmlformats.org/officeDocument/2006/relationships/tags" Target="../tags/tag830.xml"/><Relationship Id="rId10" Type="http://schemas.openxmlformats.org/officeDocument/2006/relationships/tags" Target="../tags/tag829.xml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9" Type="http://schemas.openxmlformats.org/officeDocument/2006/relationships/tags" Target="../tags/tag83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3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32.xml"/><Relationship Id="rId2" Type="http://schemas.openxmlformats.org/officeDocument/2006/relationships/tags" Target="../tags/tag831.xml"/><Relationship Id="rId13" Type="http://schemas.openxmlformats.org/officeDocument/2006/relationships/tags" Target="../tags/tag838.xml"/><Relationship Id="rId12" Type="http://schemas.openxmlformats.org/officeDocument/2006/relationships/tags" Target="../tags/tag837.xml"/><Relationship Id="rId11" Type="http://schemas.openxmlformats.org/officeDocument/2006/relationships/tags" Target="../tags/tag836.xml"/><Relationship Id="rId10" Type="http://schemas.openxmlformats.org/officeDocument/2006/relationships/tags" Target="../tags/tag835.xml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9" Type="http://schemas.openxmlformats.org/officeDocument/2006/relationships/tags" Target="../tags/tag844.xml"/><Relationship Id="rId8" Type="http://schemas.openxmlformats.org/officeDocument/2006/relationships/tags" Target="../tags/tag843.xml"/><Relationship Id="rId7" Type="http://schemas.openxmlformats.org/officeDocument/2006/relationships/tags" Target="../tags/tag842.xml"/><Relationship Id="rId6" Type="http://schemas.openxmlformats.org/officeDocument/2006/relationships/tags" Target="../tags/tag84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40.xml"/><Relationship Id="rId2" Type="http://schemas.openxmlformats.org/officeDocument/2006/relationships/tags" Target="../tags/tag839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846.xml"/><Relationship Id="rId10" Type="http://schemas.openxmlformats.org/officeDocument/2006/relationships/tags" Target="../tags/tag845.xml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9" Type="http://schemas.openxmlformats.org/officeDocument/2006/relationships/tags" Target="../tags/tag85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4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48.xml"/><Relationship Id="rId2" Type="http://schemas.openxmlformats.org/officeDocument/2006/relationships/tags" Target="../tags/tag847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855.xml"/><Relationship Id="rId13" Type="http://schemas.openxmlformats.org/officeDocument/2006/relationships/tags" Target="../tags/tag854.xml"/><Relationship Id="rId12" Type="http://schemas.openxmlformats.org/officeDocument/2006/relationships/tags" Target="../tags/tag853.xml"/><Relationship Id="rId11" Type="http://schemas.openxmlformats.org/officeDocument/2006/relationships/tags" Target="../tags/tag852.xml"/><Relationship Id="rId10" Type="http://schemas.openxmlformats.org/officeDocument/2006/relationships/tags" Target="../tags/tag851.xml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9" Type="http://schemas.openxmlformats.org/officeDocument/2006/relationships/tags" Target="../tags/tag85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5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57.xml"/><Relationship Id="rId2" Type="http://schemas.openxmlformats.org/officeDocument/2006/relationships/tags" Target="../tags/tag856.xml"/><Relationship Id="rId14" Type="http://schemas.openxmlformats.org/officeDocument/2006/relationships/tags" Target="../tags/tag864.xml"/><Relationship Id="rId13" Type="http://schemas.openxmlformats.org/officeDocument/2006/relationships/tags" Target="../tags/tag863.xml"/><Relationship Id="rId12" Type="http://schemas.openxmlformats.org/officeDocument/2006/relationships/tags" Target="../tags/tag862.xml"/><Relationship Id="rId11" Type="http://schemas.openxmlformats.org/officeDocument/2006/relationships/tags" Target="../tags/tag861.xml"/><Relationship Id="rId10" Type="http://schemas.openxmlformats.org/officeDocument/2006/relationships/tags" Target="../tags/tag860.xml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9" Type="http://schemas.openxmlformats.org/officeDocument/2006/relationships/tags" Target="../tags/tag86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6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66.xml"/><Relationship Id="rId2" Type="http://schemas.openxmlformats.org/officeDocument/2006/relationships/tags" Target="../tags/tag865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875.xml"/><Relationship Id="rId15" Type="http://schemas.openxmlformats.org/officeDocument/2006/relationships/tags" Target="../tags/tag874.xml"/><Relationship Id="rId14" Type="http://schemas.openxmlformats.org/officeDocument/2006/relationships/tags" Target="../tags/tag873.xml"/><Relationship Id="rId13" Type="http://schemas.openxmlformats.org/officeDocument/2006/relationships/tags" Target="../tags/tag872.xml"/><Relationship Id="rId12" Type="http://schemas.openxmlformats.org/officeDocument/2006/relationships/tags" Target="../tags/tag871.xml"/><Relationship Id="rId11" Type="http://schemas.openxmlformats.org/officeDocument/2006/relationships/tags" Target="../tags/tag870.xml"/><Relationship Id="rId10" Type="http://schemas.openxmlformats.org/officeDocument/2006/relationships/tags" Target="../tags/tag869.xml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9" Type="http://schemas.openxmlformats.org/officeDocument/2006/relationships/tags" Target="../tags/tag87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87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877.xml"/><Relationship Id="rId2" Type="http://schemas.openxmlformats.org/officeDocument/2006/relationships/tags" Target="../tags/tag876.xml"/><Relationship Id="rId13" Type="http://schemas.openxmlformats.org/officeDocument/2006/relationships/tags" Target="../tags/tag883.xml"/><Relationship Id="rId12" Type="http://schemas.openxmlformats.org/officeDocument/2006/relationships/tags" Target="../tags/tag882.xml"/><Relationship Id="rId11" Type="http://schemas.openxmlformats.org/officeDocument/2006/relationships/tags" Target="../tags/tag881.xml"/><Relationship Id="rId10" Type="http://schemas.openxmlformats.org/officeDocument/2006/relationships/tags" Target="../tags/tag880.xml"/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9" Type="http://schemas.openxmlformats.org/officeDocument/2006/relationships/tags" Target="../tags/tag895.xml"/><Relationship Id="rId8" Type="http://schemas.openxmlformats.org/officeDocument/2006/relationships/tags" Target="../tags/tag894.xml"/><Relationship Id="rId7" Type="http://schemas.openxmlformats.org/officeDocument/2006/relationships/tags" Target="../tags/tag893.xml"/><Relationship Id="rId6" Type="http://schemas.openxmlformats.org/officeDocument/2006/relationships/tags" Target="../tags/tag892.xml"/><Relationship Id="rId5" Type="http://schemas.openxmlformats.org/officeDocument/2006/relationships/tags" Target="../tags/tag89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890.xml"/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tags" Target="../tags/tag901.xml"/><Relationship Id="rId8" Type="http://schemas.openxmlformats.org/officeDocument/2006/relationships/tags" Target="../tags/tag900.xml"/><Relationship Id="rId7" Type="http://schemas.openxmlformats.org/officeDocument/2006/relationships/tags" Target="../tags/tag899.xml"/><Relationship Id="rId6" Type="http://schemas.openxmlformats.org/officeDocument/2006/relationships/tags" Target="../tags/tag898.xml"/><Relationship Id="rId5" Type="http://schemas.openxmlformats.org/officeDocument/2006/relationships/tags" Target="../tags/tag89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896.xml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9" Type="http://schemas.openxmlformats.org/officeDocument/2006/relationships/tags" Target="../tags/tag907.xml"/><Relationship Id="rId8" Type="http://schemas.openxmlformats.org/officeDocument/2006/relationships/tags" Target="../tags/tag906.xml"/><Relationship Id="rId7" Type="http://schemas.openxmlformats.org/officeDocument/2006/relationships/tags" Target="../tags/tag905.xml"/><Relationship Id="rId6" Type="http://schemas.openxmlformats.org/officeDocument/2006/relationships/tags" Target="../tags/tag904.xml"/><Relationship Id="rId5" Type="http://schemas.openxmlformats.org/officeDocument/2006/relationships/tags" Target="../tags/tag90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902.xml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9" Type="http://schemas.openxmlformats.org/officeDocument/2006/relationships/tags" Target="../tags/tag913.xml"/><Relationship Id="rId8" Type="http://schemas.openxmlformats.org/officeDocument/2006/relationships/tags" Target="../tags/tag912.xml"/><Relationship Id="rId7" Type="http://schemas.openxmlformats.org/officeDocument/2006/relationships/tags" Target="../tags/tag911.xml"/><Relationship Id="rId6" Type="http://schemas.openxmlformats.org/officeDocument/2006/relationships/tags" Target="../tags/tag910.xml"/><Relationship Id="rId5" Type="http://schemas.openxmlformats.org/officeDocument/2006/relationships/tags" Target="../tags/tag90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08.xml"/><Relationship Id="rId10" Type="http://schemas.openxmlformats.org/officeDocument/2006/relationships/tags" Target="../tags/tag914.xml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9" Type="http://schemas.openxmlformats.org/officeDocument/2006/relationships/tags" Target="../tags/tag920.xml"/><Relationship Id="rId8" Type="http://schemas.openxmlformats.org/officeDocument/2006/relationships/tags" Target="../tags/tag919.xml"/><Relationship Id="rId7" Type="http://schemas.openxmlformats.org/officeDocument/2006/relationships/tags" Target="../tags/tag918.xml"/><Relationship Id="rId6" Type="http://schemas.openxmlformats.org/officeDocument/2006/relationships/tags" Target="../tags/tag917.xml"/><Relationship Id="rId5" Type="http://schemas.openxmlformats.org/officeDocument/2006/relationships/tags" Target="../tags/tag91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15.xml"/><Relationship Id="rId12" Type="http://schemas.openxmlformats.org/officeDocument/2006/relationships/tags" Target="../tags/tag923.xml"/><Relationship Id="rId11" Type="http://schemas.openxmlformats.org/officeDocument/2006/relationships/tags" Target="../tags/tag922.xml"/><Relationship Id="rId10" Type="http://schemas.openxmlformats.org/officeDocument/2006/relationships/tags" Target="../tags/tag921.xml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9" Type="http://schemas.openxmlformats.org/officeDocument/2006/relationships/tags" Target="../tags/tag929.xml"/><Relationship Id="rId8" Type="http://schemas.openxmlformats.org/officeDocument/2006/relationships/tags" Target="../tags/tag928.xml"/><Relationship Id="rId7" Type="http://schemas.openxmlformats.org/officeDocument/2006/relationships/tags" Target="../tags/tag927.xml"/><Relationship Id="rId6" Type="http://schemas.openxmlformats.org/officeDocument/2006/relationships/tags" Target="../tags/tag926.xml"/><Relationship Id="rId5" Type="http://schemas.openxmlformats.org/officeDocument/2006/relationships/tags" Target="../tags/tag92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924.xml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4" Type="http://schemas.openxmlformats.org/officeDocument/2006/relationships/tags" Target="../tags/tag932.xml"/><Relationship Id="rId3" Type="http://schemas.openxmlformats.org/officeDocument/2006/relationships/tags" Target="../tags/tag931.xml"/><Relationship Id="rId2" Type="http://schemas.openxmlformats.org/officeDocument/2006/relationships/tags" Target="../tags/tag930.xml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9" Type="http://schemas.openxmlformats.org/officeDocument/2006/relationships/tags" Target="../tags/tag936.xml"/><Relationship Id="rId8" Type="http://schemas.openxmlformats.org/officeDocument/2006/relationships/tags" Target="../tags/tag93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3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33.xml"/><Relationship Id="rId13" Type="http://schemas.openxmlformats.org/officeDocument/2006/relationships/tags" Target="../tags/tag940.xml"/><Relationship Id="rId12" Type="http://schemas.openxmlformats.org/officeDocument/2006/relationships/tags" Target="../tags/tag939.xml"/><Relationship Id="rId11" Type="http://schemas.openxmlformats.org/officeDocument/2006/relationships/tags" Target="../tags/tag938.xml"/><Relationship Id="rId10" Type="http://schemas.openxmlformats.org/officeDocument/2006/relationships/tags" Target="../tags/tag937.xml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9" Type="http://schemas.openxmlformats.org/officeDocument/2006/relationships/tags" Target="../tags/tag944.xml"/><Relationship Id="rId8" Type="http://schemas.openxmlformats.org/officeDocument/2006/relationships/tags" Target="../tags/tag94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4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41.xml"/><Relationship Id="rId12" Type="http://schemas.openxmlformats.org/officeDocument/2006/relationships/tags" Target="../tags/tag947.xml"/><Relationship Id="rId11" Type="http://schemas.openxmlformats.org/officeDocument/2006/relationships/tags" Target="../tags/tag946.xml"/><Relationship Id="rId10" Type="http://schemas.openxmlformats.org/officeDocument/2006/relationships/tags" Target="../tags/tag945.xml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9" Type="http://schemas.openxmlformats.org/officeDocument/2006/relationships/tags" Target="../tags/tag951.xml"/><Relationship Id="rId8" Type="http://schemas.openxmlformats.org/officeDocument/2006/relationships/tags" Target="../tags/tag95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4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48.xml"/><Relationship Id="rId11" Type="http://schemas.openxmlformats.org/officeDocument/2006/relationships/tags" Target="../tags/tag953.xml"/><Relationship Id="rId10" Type="http://schemas.openxmlformats.org/officeDocument/2006/relationships/tags" Target="../tags/tag952.xml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9" Type="http://schemas.openxmlformats.org/officeDocument/2006/relationships/tags" Target="../tags/tag959.xml"/><Relationship Id="rId8" Type="http://schemas.openxmlformats.org/officeDocument/2006/relationships/tags" Target="../tags/tag958.xml"/><Relationship Id="rId7" Type="http://schemas.openxmlformats.org/officeDocument/2006/relationships/tags" Target="../tags/tag957.xml"/><Relationship Id="rId6" Type="http://schemas.openxmlformats.org/officeDocument/2006/relationships/tags" Target="../tags/tag956.xml"/><Relationship Id="rId5" Type="http://schemas.openxmlformats.org/officeDocument/2006/relationships/tags" Target="../tags/tag95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954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962.xml"/><Relationship Id="rId11" Type="http://schemas.openxmlformats.org/officeDocument/2006/relationships/tags" Target="../tags/tag961.xml"/><Relationship Id="rId10" Type="http://schemas.openxmlformats.org/officeDocument/2006/relationships/tags" Target="../tags/tag960.xml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9" Type="http://schemas.openxmlformats.org/officeDocument/2006/relationships/tags" Target="../tags/tag966.xml"/><Relationship Id="rId8" Type="http://schemas.openxmlformats.org/officeDocument/2006/relationships/tags" Target="../tags/tag96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96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963.xml"/><Relationship Id="rId11" Type="http://schemas.openxmlformats.org/officeDocument/2006/relationships/tags" Target="../tags/tag968.xml"/><Relationship Id="rId10" Type="http://schemas.openxmlformats.org/officeDocument/2006/relationships/tags" Target="../tags/tag967.xml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9" Type="http://schemas.openxmlformats.org/officeDocument/2006/relationships/tags" Target="../tags/tag97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97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70.xml"/><Relationship Id="rId2" Type="http://schemas.openxmlformats.org/officeDocument/2006/relationships/tags" Target="../tags/tag969.xml"/><Relationship Id="rId13" Type="http://schemas.openxmlformats.org/officeDocument/2006/relationships/tags" Target="../tags/tag976.xml"/><Relationship Id="rId12" Type="http://schemas.openxmlformats.org/officeDocument/2006/relationships/tags" Target="../tags/tag975.xml"/><Relationship Id="rId11" Type="http://schemas.openxmlformats.org/officeDocument/2006/relationships/tags" Target="../tags/tag974.xml"/><Relationship Id="rId10" Type="http://schemas.openxmlformats.org/officeDocument/2006/relationships/tags" Target="../tags/tag973.xml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9" Type="http://schemas.openxmlformats.org/officeDocument/2006/relationships/tags" Target="../tags/tag982.xml"/><Relationship Id="rId8" Type="http://schemas.openxmlformats.org/officeDocument/2006/relationships/tags" Target="../tags/tag981.xml"/><Relationship Id="rId7" Type="http://schemas.openxmlformats.org/officeDocument/2006/relationships/tags" Target="../tags/tag980.xml"/><Relationship Id="rId6" Type="http://schemas.openxmlformats.org/officeDocument/2006/relationships/tags" Target="../tags/tag97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78.xml"/><Relationship Id="rId2" Type="http://schemas.openxmlformats.org/officeDocument/2006/relationships/tags" Target="../tags/tag977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984.xml"/><Relationship Id="rId10" Type="http://schemas.openxmlformats.org/officeDocument/2006/relationships/tags" Target="../tags/tag983.xml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9" Type="http://schemas.openxmlformats.org/officeDocument/2006/relationships/tags" Target="../tags/tag98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98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86.xml"/><Relationship Id="rId2" Type="http://schemas.openxmlformats.org/officeDocument/2006/relationships/tags" Target="../tags/tag985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993.xml"/><Relationship Id="rId13" Type="http://schemas.openxmlformats.org/officeDocument/2006/relationships/tags" Target="../tags/tag992.xml"/><Relationship Id="rId12" Type="http://schemas.openxmlformats.org/officeDocument/2006/relationships/tags" Target="../tags/tag991.xml"/><Relationship Id="rId11" Type="http://schemas.openxmlformats.org/officeDocument/2006/relationships/tags" Target="../tags/tag990.xml"/><Relationship Id="rId10" Type="http://schemas.openxmlformats.org/officeDocument/2006/relationships/tags" Target="../tags/tag989.xml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9" Type="http://schemas.openxmlformats.org/officeDocument/2006/relationships/tags" Target="../tags/tag99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99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995.xml"/><Relationship Id="rId2" Type="http://schemas.openxmlformats.org/officeDocument/2006/relationships/tags" Target="../tags/tag994.xml"/><Relationship Id="rId14" Type="http://schemas.openxmlformats.org/officeDocument/2006/relationships/tags" Target="../tags/tag1002.xml"/><Relationship Id="rId13" Type="http://schemas.openxmlformats.org/officeDocument/2006/relationships/tags" Target="../tags/tag1001.xml"/><Relationship Id="rId12" Type="http://schemas.openxmlformats.org/officeDocument/2006/relationships/tags" Target="../tags/tag1000.xml"/><Relationship Id="rId11" Type="http://schemas.openxmlformats.org/officeDocument/2006/relationships/tags" Target="../tags/tag999.xml"/><Relationship Id="rId10" Type="http://schemas.openxmlformats.org/officeDocument/2006/relationships/tags" Target="../tags/tag998.xml"/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9" Type="http://schemas.openxmlformats.org/officeDocument/2006/relationships/tags" Target="../tags/tag100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00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004.xml"/><Relationship Id="rId2" Type="http://schemas.openxmlformats.org/officeDocument/2006/relationships/tags" Target="../tags/tag1003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013.xml"/><Relationship Id="rId15" Type="http://schemas.openxmlformats.org/officeDocument/2006/relationships/tags" Target="../tags/tag1012.xml"/><Relationship Id="rId14" Type="http://schemas.openxmlformats.org/officeDocument/2006/relationships/tags" Target="../tags/tag1011.xml"/><Relationship Id="rId13" Type="http://schemas.openxmlformats.org/officeDocument/2006/relationships/tags" Target="../tags/tag1010.xml"/><Relationship Id="rId12" Type="http://schemas.openxmlformats.org/officeDocument/2006/relationships/tags" Target="../tags/tag1009.xml"/><Relationship Id="rId11" Type="http://schemas.openxmlformats.org/officeDocument/2006/relationships/tags" Target="../tags/tag1008.xml"/><Relationship Id="rId10" Type="http://schemas.openxmlformats.org/officeDocument/2006/relationships/tags" Target="../tags/tag1007.xml"/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9" Type="http://schemas.openxmlformats.org/officeDocument/2006/relationships/tags" Target="../tags/tag101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01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015.xml"/><Relationship Id="rId2" Type="http://schemas.openxmlformats.org/officeDocument/2006/relationships/tags" Target="../tags/tag1014.xml"/><Relationship Id="rId13" Type="http://schemas.openxmlformats.org/officeDocument/2006/relationships/tags" Target="../tags/tag1021.xml"/><Relationship Id="rId12" Type="http://schemas.openxmlformats.org/officeDocument/2006/relationships/tags" Target="../tags/tag1020.xml"/><Relationship Id="rId11" Type="http://schemas.openxmlformats.org/officeDocument/2006/relationships/tags" Target="../tags/tag1019.xml"/><Relationship Id="rId10" Type="http://schemas.openxmlformats.org/officeDocument/2006/relationships/tags" Target="../tags/tag1018.xml"/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9" Type="http://schemas.openxmlformats.org/officeDocument/2006/relationships/tags" Target="../tags/tag1033.xml"/><Relationship Id="rId8" Type="http://schemas.openxmlformats.org/officeDocument/2006/relationships/tags" Target="../tags/tag1032.xml"/><Relationship Id="rId7" Type="http://schemas.openxmlformats.org/officeDocument/2006/relationships/tags" Target="../tags/tag1031.xml"/><Relationship Id="rId6" Type="http://schemas.openxmlformats.org/officeDocument/2006/relationships/tags" Target="../tags/tag1030.xml"/><Relationship Id="rId5" Type="http://schemas.openxmlformats.org/officeDocument/2006/relationships/tags" Target="../tags/tag102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28.xml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9" Type="http://schemas.openxmlformats.org/officeDocument/2006/relationships/tags" Target="../tags/tag1039.xml"/><Relationship Id="rId8" Type="http://schemas.openxmlformats.org/officeDocument/2006/relationships/tags" Target="../tags/tag1038.xml"/><Relationship Id="rId7" Type="http://schemas.openxmlformats.org/officeDocument/2006/relationships/tags" Target="../tags/tag1037.xml"/><Relationship Id="rId6" Type="http://schemas.openxmlformats.org/officeDocument/2006/relationships/tags" Target="../tags/tag1036.xml"/><Relationship Id="rId5" Type="http://schemas.openxmlformats.org/officeDocument/2006/relationships/tags" Target="../tags/tag103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34.xml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9" Type="http://schemas.openxmlformats.org/officeDocument/2006/relationships/tags" Target="../tags/tag1045.xml"/><Relationship Id="rId8" Type="http://schemas.openxmlformats.org/officeDocument/2006/relationships/tags" Target="../tags/tag1044.xml"/><Relationship Id="rId7" Type="http://schemas.openxmlformats.org/officeDocument/2006/relationships/tags" Target="../tags/tag1043.xml"/><Relationship Id="rId6" Type="http://schemas.openxmlformats.org/officeDocument/2006/relationships/tags" Target="../tags/tag1042.xml"/><Relationship Id="rId5" Type="http://schemas.openxmlformats.org/officeDocument/2006/relationships/tags" Target="../tags/tag104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040.xml"/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9" Type="http://schemas.openxmlformats.org/officeDocument/2006/relationships/tags" Target="../tags/tag1051.xml"/><Relationship Id="rId8" Type="http://schemas.openxmlformats.org/officeDocument/2006/relationships/tags" Target="../tags/tag1050.xml"/><Relationship Id="rId7" Type="http://schemas.openxmlformats.org/officeDocument/2006/relationships/tags" Target="../tags/tag1049.xml"/><Relationship Id="rId6" Type="http://schemas.openxmlformats.org/officeDocument/2006/relationships/tags" Target="../tags/tag1048.xml"/><Relationship Id="rId5" Type="http://schemas.openxmlformats.org/officeDocument/2006/relationships/tags" Target="../tags/tag104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46.xml"/><Relationship Id="rId10" Type="http://schemas.openxmlformats.org/officeDocument/2006/relationships/tags" Target="../tags/tag1052.xml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9" Type="http://schemas.openxmlformats.org/officeDocument/2006/relationships/tags" Target="../tags/tag1058.xml"/><Relationship Id="rId8" Type="http://schemas.openxmlformats.org/officeDocument/2006/relationships/tags" Target="../tags/tag1057.xml"/><Relationship Id="rId7" Type="http://schemas.openxmlformats.org/officeDocument/2006/relationships/tags" Target="../tags/tag1056.xml"/><Relationship Id="rId6" Type="http://schemas.openxmlformats.org/officeDocument/2006/relationships/tags" Target="../tags/tag1055.xml"/><Relationship Id="rId5" Type="http://schemas.openxmlformats.org/officeDocument/2006/relationships/tags" Target="../tags/tag105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53.xml"/><Relationship Id="rId12" Type="http://schemas.openxmlformats.org/officeDocument/2006/relationships/tags" Target="../tags/tag1061.xml"/><Relationship Id="rId11" Type="http://schemas.openxmlformats.org/officeDocument/2006/relationships/tags" Target="../tags/tag1060.xml"/><Relationship Id="rId10" Type="http://schemas.openxmlformats.org/officeDocument/2006/relationships/tags" Target="../tags/tag1059.xml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9" Type="http://schemas.openxmlformats.org/officeDocument/2006/relationships/tags" Target="../tags/tag1067.xml"/><Relationship Id="rId8" Type="http://schemas.openxmlformats.org/officeDocument/2006/relationships/tags" Target="../tags/tag1066.xml"/><Relationship Id="rId7" Type="http://schemas.openxmlformats.org/officeDocument/2006/relationships/tags" Target="../tags/tag1065.xml"/><Relationship Id="rId6" Type="http://schemas.openxmlformats.org/officeDocument/2006/relationships/tags" Target="../tags/tag1064.xml"/><Relationship Id="rId5" Type="http://schemas.openxmlformats.org/officeDocument/2006/relationships/tags" Target="../tags/tag106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062.xml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4" Type="http://schemas.openxmlformats.org/officeDocument/2006/relationships/tags" Target="../tags/tag1070.xml"/><Relationship Id="rId3" Type="http://schemas.openxmlformats.org/officeDocument/2006/relationships/tags" Target="../tags/tag1069.xml"/><Relationship Id="rId2" Type="http://schemas.openxmlformats.org/officeDocument/2006/relationships/tags" Target="../tags/tag1068.xml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1074.xml"/><Relationship Id="rId8" Type="http://schemas.openxmlformats.org/officeDocument/2006/relationships/tags" Target="../tags/tag107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7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71.xml"/><Relationship Id="rId13" Type="http://schemas.openxmlformats.org/officeDocument/2006/relationships/tags" Target="../tags/tag1078.xml"/><Relationship Id="rId12" Type="http://schemas.openxmlformats.org/officeDocument/2006/relationships/tags" Target="../tags/tag1077.xml"/><Relationship Id="rId11" Type="http://schemas.openxmlformats.org/officeDocument/2006/relationships/tags" Target="../tags/tag1076.xml"/><Relationship Id="rId10" Type="http://schemas.openxmlformats.org/officeDocument/2006/relationships/tags" Target="../tags/tag1075.xml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9" Type="http://schemas.openxmlformats.org/officeDocument/2006/relationships/tags" Target="../tags/tag1082.xml"/><Relationship Id="rId8" Type="http://schemas.openxmlformats.org/officeDocument/2006/relationships/tags" Target="../tags/tag108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8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79.xml"/><Relationship Id="rId12" Type="http://schemas.openxmlformats.org/officeDocument/2006/relationships/tags" Target="../tags/tag1085.xml"/><Relationship Id="rId11" Type="http://schemas.openxmlformats.org/officeDocument/2006/relationships/tags" Target="../tags/tag1084.xml"/><Relationship Id="rId10" Type="http://schemas.openxmlformats.org/officeDocument/2006/relationships/tags" Target="../tags/tag1083.xml"/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9" Type="http://schemas.openxmlformats.org/officeDocument/2006/relationships/tags" Target="../tags/tag1089.xml"/><Relationship Id="rId8" Type="http://schemas.openxmlformats.org/officeDocument/2006/relationships/tags" Target="../tags/tag108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8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086.xml"/><Relationship Id="rId11" Type="http://schemas.openxmlformats.org/officeDocument/2006/relationships/tags" Target="../tags/tag1091.xml"/><Relationship Id="rId10" Type="http://schemas.openxmlformats.org/officeDocument/2006/relationships/tags" Target="../tags/tag1090.xml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1097.xml"/><Relationship Id="rId8" Type="http://schemas.openxmlformats.org/officeDocument/2006/relationships/tags" Target="../tags/tag1096.xml"/><Relationship Id="rId7" Type="http://schemas.openxmlformats.org/officeDocument/2006/relationships/tags" Target="../tags/tag1095.xml"/><Relationship Id="rId6" Type="http://schemas.openxmlformats.org/officeDocument/2006/relationships/tags" Target="../tags/tag1094.xml"/><Relationship Id="rId5" Type="http://schemas.openxmlformats.org/officeDocument/2006/relationships/tags" Target="../tags/tag109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92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1100.xml"/><Relationship Id="rId11" Type="http://schemas.openxmlformats.org/officeDocument/2006/relationships/tags" Target="../tags/tag1099.xml"/><Relationship Id="rId10" Type="http://schemas.openxmlformats.org/officeDocument/2006/relationships/tags" Target="../tags/tag1098.xml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1104.xml"/><Relationship Id="rId8" Type="http://schemas.openxmlformats.org/officeDocument/2006/relationships/tags" Target="../tags/tag110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10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01.xml"/><Relationship Id="rId11" Type="http://schemas.openxmlformats.org/officeDocument/2006/relationships/tags" Target="../tags/tag1106.xml"/><Relationship Id="rId10" Type="http://schemas.openxmlformats.org/officeDocument/2006/relationships/tags" Target="../tags/tag1105.xml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9" Type="http://schemas.openxmlformats.org/officeDocument/2006/relationships/tags" Target="../tags/tag111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0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08.xml"/><Relationship Id="rId2" Type="http://schemas.openxmlformats.org/officeDocument/2006/relationships/tags" Target="../tags/tag1107.xml"/><Relationship Id="rId13" Type="http://schemas.openxmlformats.org/officeDocument/2006/relationships/tags" Target="../tags/tag1114.xml"/><Relationship Id="rId12" Type="http://schemas.openxmlformats.org/officeDocument/2006/relationships/tags" Target="../tags/tag1113.xml"/><Relationship Id="rId11" Type="http://schemas.openxmlformats.org/officeDocument/2006/relationships/tags" Target="../tags/tag1112.xml"/><Relationship Id="rId10" Type="http://schemas.openxmlformats.org/officeDocument/2006/relationships/tags" Target="../tags/tag1111.xml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9" Type="http://schemas.openxmlformats.org/officeDocument/2006/relationships/tags" Target="../tags/tag1120.xml"/><Relationship Id="rId8" Type="http://schemas.openxmlformats.org/officeDocument/2006/relationships/tags" Target="../tags/tag1119.xml"/><Relationship Id="rId7" Type="http://schemas.openxmlformats.org/officeDocument/2006/relationships/tags" Target="../tags/tag1118.xml"/><Relationship Id="rId6" Type="http://schemas.openxmlformats.org/officeDocument/2006/relationships/tags" Target="../tags/tag111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16.xml"/><Relationship Id="rId2" Type="http://schemas.openxmlformats.org/officeDocument/2006/relationships/tags" Target="../tags/tag1115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1122.xml"/><Relationship Id="rId10" Type="http://schemas.openxmlformats.org/officeDocument/2006/relationships/tags" Target="../tags/tag1121.xml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112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2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24.xml"/><Relationship Id="rId2" Type="http://schemas.openxmlformats.org/officeDocument/2006/relationships/tags" Target="../tags/tag1123.xml"/><Relationship Id="rId16" Type="http://schemas.openxmlformats.org/officeDocument/2006/relationships/image" Target="../media/image9.svg"/><Relationship Id="rId15" Type="http://schemas.openxmlformats.org/officeDocument/2006/relationships/image" Target="../media/image8.png"/><Relationship Id="rId14" Type="http://schemas.openxmlformats.org/officeDocument/2006/relationships/tags" Target="../tags/tag1131.xml"/><Relationship Id="rId13" Type="http://schemas.openxmlformats.org/officeDocument/2006/relationships/tags" Target="../tags/tag1130.xml"/><Relationship Id="rId12" Type="http://schemas.openxmlformats.org/officeDocument/2006/relationships/tags" Target="../tags/tag1129.xml"/><Relationship Id="rId11" Type="http://schemas.openxmlformats.org/officeDocument/2006/relationships/tags" Target="../tags/tag1128.xml"/><Relationship Id="rId10" Type="http://schemas.openxmlformats.org/officeDocument/2006/relationships/tags" Target="../tags/tag1127.xml"/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113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3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33.xml"/><Relationship Id="rId2" Type="http://schemas.openxmlformats.org/officeDocument/2006/relationships/tags" Target="../tags/tag1132.xml"/><Relationship Id="rId14" Type="http://schemas.openxmlformats.org/officeDocument/2006/relationships/tags" Target="../tags/tag1140.xml"/><Relationship Id="rId13" Type="http://schemas.openxmlformats.org/officeDocument/2006/relationships/tags" Target="../tags/tag1139.xml"/><Relationship Id="rId12" Type="http://schemas.openxmlformats.org/officeDocument/2006/relationships/tags" Target="../tags/tag1138.xml"/><Relationship Id="rId11" Type="http://schemas.openxmlformats.org/officeDocument/2006/relationships/tags" Target="../tags/tag1137.xml"/><Relationship Id="rId10" Type="http://schemas.openxmlformats.org/officeDocument/2006/relationships/tags" Target="../tags/tag1136.xml"/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114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4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42.xml"/><Relationship Id="rId2" Type="http://schemas.openxmlformats.org/officeDocument/2006/relationships/tags" Target="../tags/tag1141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1151.xml"/><Relationship Id="rId15" Type="http://schemas.openxmlformats.org/officeDocument/2006/relationships/tags" Target="../tags/tag1150.xml"/><Relationship Id="rId14" Type="http://schemas.openxmlformats.org/officeDocument/2006/relationships/tags" Target="../tags/tag1149.xml"/><Relationship Id="rId13" Type="http://schemas.openxmlformats.org/officeDocument/2006/relationships/tags" Target="../tags/tag1148.xml"/><Relationship Id="rId12" Type="http://schemas.openxmlformats.org/officeDocument/2006/relationships/tags" Target="../tags/tag1147.xml"/><Relationship Id="rId11" Type="http://schemas.openxmlformats.org/officeDocument/2006/relationships/tags" Target="../tags/tag1146.xml"/><Relationship Id="rId10" Type="http://schemas.openxmlformats.org/officeDocument/2006/relationships/tags" Target="../tags/tag1145.xml"/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tags" Target="../tags/tag115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15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153.xml"/><Relationship Id="rId2" Type="http://schemas.openxmlformats.org/officeDocument/2006/relationships/tags" Target="../tags/tag1152.xml"/><Relationship Id="rId13" Type="http://schemas.openxmlformats.org/officeDocument/2006/relationships/tags" Target="../tags/tag1159.xml"/><Relationship Id="rId12" Type="http://schemas.openxmlformats.org/officeDocument/2006/relationships/tags" Target="../tags/tag1158.xml"/><Relationship Id="rId11" Type="http://schemas.openxmlformats.org/officeDocument/2006/relationships/tags" Target="../tags/tag1157.xml"/><Relationship Id="rId10" Type="http://schemas.openxmlformats.org/officeDocument/2006/relationships/tags" Target="../tags/tag1156.xml"/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9" Type="http://schemas.openxmlformats.org/officeDocument/2006/relationships/tags" Target="../tags/tag1171.xml"/><Relationship Id="rId8" Type="http://schemas.openxmlformats.org/officeDocument/2006/relationships/tags" Target="../tags/tag1170.xml"/><Relationship Id="rId7" Type="http://schemas.openxmlformats.org/officeDocument/2006/relationships/tags" Target="../tags/tag1169.xml"/><Relationship Id="rId6" Type="http://schemas.openxmlformats.org/officeDocument/2006/relationships/tags" Target="../tags/tag1168.xml"/><Relationship Id="rId5" Type="http://schemas.openxmlformats.org/officeDocument/2006/relationships/tags" Target="../tags/tag116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166.xml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tags" Target="../tags/tag1177.xml"/><Relationship Id="rId8" Type="http://schemas.openxmlformats.org/officeDocument/2006/relationships/tags" Target="../tags/tag1176.xml"/><Relationship Id="rId7" Type="http://schemas.openxmlformats.org/officeDocument/2006/relationships/tags" Target="../tags/tag1175.xml"/><Relationship Id="rId6" Type="http://schemas.openxmlformats.org/officeDocument/2006/relationships/tags" Target="../tags/tag1174.xml"/><Relationship Id="rId5" Type="http://schemas.openxmlformats.org/officeDocument/2006/relationships/tags" Target="../tags/tag117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72.xml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1183.xml"/><Relationship Id="rId8" Type="http://schemas.openxmlformats.org/officeDocument/2006/relationships/tags" Target="../tags/tag1182.xml"/><Relationship Id="rId7" Type="http://schemas.openxmlformats.org/officeDocument/2006/relationships/tags" Target="../tags/tag1181.xml"/><Relationship Id="rId6" Type="http://schemas.openxmlformats.org/officeDocument/2006/relationships/tags" Target="../tags/tag1180.xml"/><Relationship Id="rId5" Type="http://schemas.openxmlformats.org/officeDocument/2006/relationships/tags" Target="../tags/tag117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178.xml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9" Type="http://schemas.openxmlformats.org/officeDocument/2006/relationships/tags" Target="../tags/tag1189.xml"/><Relationship Id="rId8" Type="http://schemas.openxmlformats.org/officeDocument/2006/relationships/tags" Target="../tags/tag1188.xml"/><Relationship Id="rId7" Type="http://schemas.openxmlformats.org/officeDocument/2006/relationships/tags" Target="../tags/tag1187.xml"/><Relationship Id="rId6" Type="http://schemas.openxmlformats.org/officeDocument/2006/relationships/tags" Target="../tags/tag1186.xml"/><Relationship Id="rId5" Type="http://schemas.openxmlformats.org/officeDocument/2006/relationships/tags" Target="../tags/tag118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84.xml"/><Relationship Id="rId10" Type="http://schemas.openxmlformats.org/officeDocument/2006/relationships/tags" Target="../tags/tag1190.xml"/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9" Type="http://schemas.openxmlformats.org/officeDocument/2006/relationships/tags" Target="../tags/tag1196.xml"/><Relationship Id="rId8" Type="http://schemas.openxmlformats.org/officeDocument/2006/relationships/tags" Target="../tags/tag1195.xml"/><Relationship Id="rId7" Type="http://schemas.openxmlformats.org/officeDocument/2006/relationships/tags" Target="../tags/tag1194.xml"/><Relationship Id="rId6" Type="http://schemas.openxmlformats.org/officeDocument/2006/relationships/tags" Target="../tags/tag1193.xml"/><Relationship Id="rId5" Type="http://schemas.openxmlformats.org/officeDocument/2006/relationships/tags" Target="../tags/tag119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191.xml"/><Relationship Id="rId12" Type="http://schemas.openxmlformats.org/officeDocument/2006/relationships/tags" Target="../tags/tag1199.xml"/><Relationship Id="rId11" Type="http://schemas.openxmlformats.org/officeDocument/2006/relationships/tags" Target="../tags/tag1198.xml"/><Relationship Id="rId10" Type="http://schemas.openxmlformats.org/officeDocument/2006/relationships/tags" Target="../tags/tag1197.xml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9" Type="http://schemas.openxmlformats.org/officeDocument/2006/relationships/tags" Target="../tags/tag1205.xml"/><Relationship Id="rId8" Type="http://schemas.openxmlformats.org/officeDocument/2006/relationships/tags" Target="../tags/tag1204.xml"/><Relationship Id="rId7" Type="http://schemas.openxmlformats.org/officeDocument/2006/relationships/tags" Target="../tags/tag1203.xml"/><Relationship Id="rId6" Type="http://schemas.openxmlformats.org/officeDocument/2006/relationships/tags" Target="../tags/tag1202.xml"/><Relationship Id="rId5" Type="http://schemas.openxmlformats.org/officeDocument/2006/relationships/tags" Target="../tags/tag120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200.xml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4" Type="http://schemas.openxmlformats.org/officeDocument/2006/relationships/tags" Target="../tags/tag1208.xml"/><Relationship Id="rId3" Type="http://schemas.openxmlformats.org/officeDocument/2006/relationships/tags" Target="../tags/tag1207.xml"/><Relationship Id="rId2" Type="http://schemas.openxmlformats.org/officeDocument/2006/relationships/tags" Target="../tags/tag1206.xml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9" Type="http://schemas.openxmlformats.org/officeDocument/2006/relationships/tags" Target="../tags/tag1212.xml"/><Relationship Id="rId8" Type="http://schemas.openxmlformats.org/officeDocument/2006/relationships/tags" Target="../tags/tag121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1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09.xml"/><Relationship Id="rId13" Type="http://schemas.openxmlformats.org/officeDocument/2006/relationships/tags" Target="../tags/tag1216.xml"/><Relationship Id="rId12" Type="http://schemas.openxmlformats.org/officeDocument/2006/relationships/tags" Target="../tags/tag1215.xml"/><Relationship Id="rId11" Type="http://schemas.openxmlformats.org/officeDocument/2006/relationships/tags" Target="../tags/tag1214.xml"/><Relationship Id="rId10" Type="http://schemas.openxmlformats.org/officeDocument/2006/relationships/tags" Target="../tags/tag1213.xml"/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9" Type="http://schemas.openxmlformats.org/officeDocument/2006/relationships/tags" Target="../tags/tag1220.xml"/><Relationship Id="rId8" Type="http://schemas.openxmlformats.org/officeDocument/2006/relationships/tags" Target="../tags/tag121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1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17.xml"/><Relationship Id="rId12" Type="http://schemas.openxmlformats.org/officeDocument/2006/relationships/tags" Target="../tags/tag1223.xml"/><Relationship Id="rId11" Type="http://schemas.openxmlformats.org/officeDocument/2006/relationships/tags" Target="../tags/tag1222.xml"/><Relationship Id="rId10" Type="http://schemas.openxmlformats.org/officeDocument/2006/relationships/tags" Target="../tags/tag1221.xml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9" Type="http://schemas.openxmlformats.org/officeDocument/2006/relationships/tags" Target="../tags/tag1227.xml"/><Relationship Id="rId8" Type="http://schemas.openxmlformats.org/officeDocument/2006/relationships/tags" Target="../tags/tag122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2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24.xml"/><Relationship Id="rId11" Type="http://schemas.openxmlformats.org/officeDocument/2006/relationships/tags" Target="../tags/tag1229.xml"/><Relationship Id="rId10" Type="http://schemas.openxmlformats.org/officeDocument/2006/relationships/tags" Target="../tags/tag1228.xml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9" Type="http://schemas.openxmlformats.org/officeDocument/2006/relationships/tags" Target="../tags/tag1235.xml"/><Relationship Id="rId8" Type="http://schemas.openxmlformats.org/officeDocument/2006/relationships/tags" Target="../tags/tag1234.xml"/><Relationship Id="rId7" Type="http://schemas.openxmlformats.org/officeDocument/2006/relationships/tags" Target="../tags/tag1233.xml"/><Relationship Id="rId6" Type="http://schemas.openxmlformats.org/officeDocument/2006/relationships/tags" Target="../tags/tag1232.xml"/><Relationship Id="rId5" Type="http://schemas.openxmlformats.org/officeDocument/2006/relationships/tags" Target="../tags/tag123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230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1238.xml"/><Relationship Id="rId11" Type="http://schemas.openxmlformats.org/officeDocument/2006/relationships/tags" Target="../tags/tag1237.xml"/><Relationship Id="rId10" Type="http://schemas.openxmlformats.org/officeDocument/2006/relationships/tags" Target="../tags/tag1236.xml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9" Type="http://schemas.openxmlformats.org/officeDocument/2006/relationships/tags" Target="../tags/tag1242.xml"/><Relationship Id="rId8" Type="http://schemas.openxmlformats.org/officeDocument/2006/relationships/tags" Target="../tags/tag124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24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239.xml"/><Relationship Id="rId11" Type="http://schemas.openxmlformats.org/officeDocument/2006/relationships/tags" Target="../tags/tag1244.xml"/><Relationship Id="rId10" Type="http://schemas.openxmlformats.org/officeDocument/2006/relationships/tags" Target="../tags/tag1243.xml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9" Type="http://schemas.openxmlformats.org/officeDocument/2006/relationships/tags" Target="../tags/tag124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4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46.xml"/><Relationship Id="rId2" Type="http://schemas.openxmlformats.org/officeDocument/2006/relationships/tags" Target="../tags/tag1245.xml"/><Relationship Id="rId13" Type="http://schemas.openxmlformats.org/officeDocument/2006/relationships/tags" Target="../tags/tag1252.xml"/><Relationship Id="rId12" Type="http://schemas.openxmlformats.org/officeDocument/2006/relationships/tags" Target="../tags/tag1251.xml"/><Relationship Id="rId11" Type="http://schemas.openxmlformats.org/officeDocument/2006/relationships/tags" Target="../tags/tag1250.xml"/><Relationship Id="rId10" Type="http://schemas.openxmlformats.org/officeDocument/2006/relationships/tags" Target="../tags/tag1249.xml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9" Type="http://schemas.openxmlformats.org/officeDocument/2006/relationships/tags" Target="../tags/tag1258.xml"/><Relationship Id="rId8" Type="http://schemas.openxmlformats.org/officeDocument/2006/relationships/tags" Target="../tags/tag1257.xml"/><Relationship Id="rId7" Type="http://schemas.openxmlformats.org/officeDocument/2006/relationships/tags" Target="../tags/tag1256.xml"/><Relationship Id="rId6" Type="http://schemas.openxmlformats.org/officeDocument/2006/relationships/tags" Target="../tags/tag125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54.xml"/><Relationship Id="rId2" Type="http://schemas.openxmlformats.org/officeDocument/2006/relationships/tags" Target="../tags/tag1253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1260.xml"/><Relationship Id="rId10" Type="http://schemas.openxmlformats.org/officeDocument/2006/relationships/tags" Target="../tags/tag1259.xml"/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9" Type="http://schemas.openxmlformats.org/officeDocument/2006/relationships/tags" Target="../tags/tag126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6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62.xml"/><Relationship Id="rId2" Type="http://schemas.openxmlformats.org/officeDocument/2006/relationships/tags" Target="../tags/tag1261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1269.xml"/><Relationship Id="rId13" Type="http://schemas.openxmlformats.org/officeDocument/2006/relationships/tags" Target="../tags/tag1268.xml"/><Relationship Id="rId12" Type="http://schemas.openxmlformats.org/officeDocument/2006/relationships/tags" Target="../tags/tag1267.xml"/><Relationship Id="rId11" Type="http://schemas.openxmlformats.org/officeDocument/2006/relationships/tags" Target="../tags/tag1266.xml"/><Relationship Id="rId10" Type="http://schemas.openxmlformats.org/officeDocument/2006/relationships/tags" Target="../tags/tag1265.xml"/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9" Type="http://schemas.openxmlformats.org/officeDocument/2006/relationships/tags" Target="../tags/tag127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7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71.xml"/><Relationship Id="rId2" Type="http://schemas.openxmlformats.org/officeDocument/2006/relationships/tags" Target="../tags/tag1270.xml"/><Relationship Id="rId14" Type="http://schemas.openxmlformats.org/officeDocument/2006/relationships/tags" Target="../tags/tag1278.xml"/><Relationship Id="rId13" Type="http://schemas.openxmlformats.org/officeDocument/2006/relationships/tags" Target="../tags/tag1277.xml"/><Relationship Id="rId12" Type="http://schemas.openxmlformats.org/officeDocument/2006/relationships/tags" Target="../tags/tag1276.xml"/><Relationship Id="rId11" Type="http://schemas.openxmlformats.org/officeDocument/2006/relationships/tags" Target="../tags/tag1275.xml"/><Relationship Id="rId10" Type="http://schemas.openxmlformats.org/officeDocument/2006/relationships/tags" Target="../tags/tag1274.xml"/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9" Type="http://schemas.openxmlformats.org/officeDocument/2006/relationships/tags" Target="../tags/tag128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8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80.xml"/><Relationship Id="rId2" Type="http://schemas.openxmlformats.org/officeDocument/2006/relationships/tags" Target="../tags/tag1279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289.xml"/><Relationship Id="rId15" Type="http://schemas.openxmlformats.org/officeDocument/2006/relationships/tags" Target="../tags/tag1288.xml"/><Relationship Id="rId14" Type="http://schemas.openxmlformats.org/officeDocument/2006/relationships/tags" Target="../tags/tag1287.xml"/><Relationship Id="rId13" Type="http://schemas.openxmlformats.org/officeDocument/2006/relationships/tags" Target="../tags/tag1286.xml"/><Relationship Id="rId12" Type="http://schemas.openxmlformats.org/officeDocument/2006/relationships/tags" Target="../tags/tag1285.xml"/><Relationship Id="rId11" Type="http://schemas.openxmlformats.org/officeDocument/2006/relationships/tags" Target="../tags/tag1284.xml"/><Relationship Id="rId10" Type="http://schemas.openxmlformats.org/officeDocument/2006/relationships/tags" Target="../tags/tag1283.xml"/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9" Type="http://schemas.openxmlformats.org/officeDocument/2006/relationships/tags" Target="../tags/tag129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9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291.xml"/><Relationship Id="rId2" Type="http://schemas.openxmlformats.org/officeDocument/2006/relationships/tags" Target="../tags/tag1290.xml"/><Relationship Id="rId13" Type="http://schemas.openxmlformats.org/officeDocument/2006/relationships/tags" Target="../tags/tag1297.xml"/><Relationship Id="rId12" Type="http://schemas.openxmlformats.org/officeDocument/2006/relationships/tags" Target="../tags/tag1296.xml"/><Relationship Id="rId11" Type="http://schemas.openxmlformats.org/officeDocument/2006/relationships/tags" Target="../tags/tag1295.xml"/><Relationship Id="rId10" Type="http://schemas.openxmlformats.org/officeDocument/2006/relationships/tags" Target="../tags/tag1294.xml"/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9" Type="http://schemas.openxmlformats.org/officeDocument/2006/relationships/tags" Target="../tags/tag1309.xml"/><Relationship Id="rId8" Type="http://schemas.openxmlformats.org/officeDocument/2006/relationships/tags" Target="../tags/tag1308.xml"/><Relationship Id="rId7" Type="http://schemas.openxmlformats.org/officeDocument/2006/relationships/tags" Target="../tags/tag1307.xml"/><Relationship Id="rId6" Type="http://schemas.openxmlformats.org/officeDocument/2006/relationships/tags" Target="../tags/tag1306.xml"/><Relationship Id="rId5" Type="http://schemas.openxmlformats.org/officeDocument/2006/relationships/tags" Target="../tags/tag130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304.xml"/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9" Type="http://schemas.openxmlformats.org/officeDocument/2006/relationships/tags" Target="../tags/tag1315.xml"/><Relationship Id="rId8" Type="http://schemas.openxmlformats.org/officeDocument/2006/relationships/tags" Target="../tags/tag1314.xml"/><Relationship Id="rId7" Type="http://schemas.openxmlformats.org/officeDocument/2006/relationships/tags" Target="../tags/tag1313.xml"/><Relationship Id="rId6" Type="http://schemas.openxmlformats.org/officeDocument/2006/relationships/tags" Target="../tags/tag1312.xml"/><Relationship Id="rId5" Type="http://schemas.openxmlformats.org/officeDocument/2006/relationships/tags" Target="../tags/tag13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10.xml"/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9" Type="http://schemas.openxmlformats.org/officeDocument/2006/relationships/tags" Target="../tags/tag1321.xml"/><Relationship Id="rId8" Type="http://schemas.openxmlformats.org/officeDocument/2006/relationships/tags" Target="../tags/tag1320.xml"/><Relationship Id="rId7" Type="http://schemas.openxmlformats.org/officeDocument/2006/relationships/tags" Target="../tags/tag1319.xml"/><Relationship Id="rId6" Type="http://schemas.openxmlformats.org/officeDocument/2006/relationships/tags" Target="../tags/tag1318.xml"/><Relationship Id="rId5" Type="http://schemas.openxmlformats.org/officeDocument/2006/relationships/tags" Target="../tags/tag131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316.xml"/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9" Type="http://schemas.openxmlformats.org/officeDocument/2006/relationships/tags" Target="../tags/tag1327.xml"/><Relationship Id="rId8" Type="http://schemas.openxmlformats.org/officeDocument/2006/relationships/tags" Target="../tags/tag1326.xml"/><Relationship Id="rId7" Type="http://schemas.openxmlformats.org/officeDocument/2006/relationships/tags" Target="../tags/tag1325.xml"/><Relationship Id="rId6" Type="http://schemas.openxmlformats.org/officeDocument/2006/relationships/tags" Target="../tags/tag1324.xml"/><Relationship Id="rId5" Type="http://schemas.openxmlformats.org/officeDocument/2006/relationships/tags" Target="../tags/tag132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22.xml"/><Relationship Id="rId10" Type="http://schemas.openxmlformats.org/officeDocument/2006/relationships/tags" Target="../tags/tag1328.xml"/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9" Type="http://schemas.openxmlformats.org/officeDocument/2006/relationships/tags" Target="../tags/tag1334.xml"/><Relationship Id="rId8" Type="http://schemas.openxmlformats.org/officeDocument/2006/relationships/tags" Target="../tags/tag1333.xml"/><Relationship Id="rId7" Type="http://schemas.openxmlformats.org/officeDocument/2006/relationships/tags" Target="../tags/tag1332.xml"/><Relationship Id="rId6" Type="http://schemas.openxmlformats.org/officeDocument/2006/relationships/tags" Target="../tags/tag1331.xml"/><Relationship Id="rId5" Type="http://schemas.openxmlformats.org/officeDocument/2006/relationships/tags" Target="../tags/tag133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29.xml"/><Relationship Id="rId12" Type="http://schemas.openxmlformats.org/officeDocument/2006/relationships/tags" Target="../tags/tag1337.xml"/><Relationship Id="rId11" Type="http://schemas.openxmlformats.org/officeDocument/2006/relationships/tags" Target="../tags/tag1336.xml"/><Relationship Id="rId10" Type="http://schemas.openxmlformats.org/officeDocument/2006/relationships/tags" Target="../tags/tag1335.xml"/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9" Type="http://schemas.openxmlformats.org/officeDocument/2006/relationships/tags" Target="../tags/tag1343.xml"/><Relationship Id="rId8" Type="http://schemas.openxmlformats.org/officeDocument/2006/relationships/tags" Target="../tags/tag1342.xml"/><Relationship Id="rId7" Type="http://schemas.openxmlformats.org/officeDocument/2006/relationships/tags" Target="../tags/tag1341.xml"/><Relationship Id="rId6" Type="http://schemas.openxmlformats.org/officeDocument/2006/relationships/tags" Target="../tags/tag1340.xml"/><Relationship Id="rId5" Type="http://schemas.openxmlformats.org/officeDocument/2006/relationships/tags" Target="../tags/tag133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338.xml"/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4" Type="http://schemas.openxmlformats.org/officeDocument/2006/relationships/tags" Target="../tags/tag1346.xml"/><Relationship Id="rId3" Type="http://schemas.openxmlformats.org/officeDocument/2006/relationships/tags" Target="../tags/tag1345.xml"/><Relationship Id="rId2" Type="http://schemas.openxmlformats.org/officeDocument/2006/relationships/tags" Target="../tags/tag1344.xml"/><Relationship Id="rId1" Type="http://schemas.openxmlformats.org/officeDocument/2006/relationships/slideMaster" Target="../slideMasters/slideMaster11.xml"/></Relationships>
</file>

<file path=ppt/slideLayouts/_rels/slideLayout181.xml.rels><?xml version="1.0" encoding="UTF-8" standalone="yes"?>
<Relationships xmlns="http://schemas.openxmlformats.org/package/2006/relationships"><Relationship Id="rId9" Type="http://schemas.openxmlformats.org/officeDocument/2006/relationships/tags" Target="../tags/tag1350.xml"/><Relationship Id="rId8" Type="http://schemas.openxmlformats.org/officeDocument/2006/relationships/tags" Target="../tags/tag134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4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47.xml"/><Relationship Id="rId13" Type="http://schemas.openxmlformats.org/officeDocument/2006/relationships/tags" Target="../tags/tag1354.xml"/><Relationship Id="rId12" Type="http://schemas.openxmlformats.org/officeDocument/2006/relationships/tags" Target="../tags/tag1353.xml"/><Relationship Id="rId11" Type="http://schemas.openxmlformats.org/officeDocument/2006/relationships/tags" Target="../tags/tag1352.xml"/><Relationship Id="rId10" Type="http://schemas.openxmlformats.org/officeDocument/2006/relationships/tags" Target="../tags/tag1351.xml"/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9" Type="http://schemas.openxmlformats.org/officeDocument/2006/relationships/tags" Target="../tags/tag1358.xml"/><Relationship Id="rId8" Type="http://schemas.openxmlformats.org/officeDocument/2006/relationships/tags" Target="../tags/tag135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5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55.xml"/><Relationship Id="rId12" Type="http://schemas.openxmlformats.org/officeDocument/2006/relationships/tags" Target="../tags/tag1361.xml"/><Relationship Id="rId11" Type="http://schemas.openxmlformats.org/officeDocument/2006/relationships/tags" Target="../tags/tag1360.xml"/><Relationship Id="rId10" Type="http://schemas.openxmlformats.org/officeDocument/2006/relationships/tags" Target="../tags/tag1359.xml"/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9" Type="http://schemas.openxmlformats.org/officeDocument/2006/relationships/tags" Target="../tags/tag1365.xml"/><Relationship Id="rId8" Type="http://schemas.openxmlformats.org/officeDocument/2006/relationships/tags" Target="../tags/tag136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6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62.xml"/><Relationship Id="rId11" Type="http://schemas.openxmlformats.org/officeDocument/2006/relationships/tags" Target="../tags/tag1367.xml"/><Relationship Id="rId10" Type="http://schemas.openxmlformats.org/officeDocument/2006/relationships/tags" Target="../tags/tag1366.xml"/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9" Type="http://schemas.openxmlformats.org/officeDocument/2006/relationships/tags" Target="../tags/tag1373.xml"/><Relationship Id="rId8" Type="http://schemas.openxmlformats.org/officeDocument/2006/relationships/tags" Target="../tags/tag1372.xml"/><Relationship Id="rId7" Type="http://schemas.openxmlformats.org/officeDocument/2006/relationships/tags" Target="../tags/tag1371.xml"/><Relationship Id="rId6" Type="http://schemas.openxmlformats.org/officeDocument/2006/relationships/tags" Target="../tags/tag1370.xml"/><Relationship Id="rId5" Type="http://schemas.openxmlformats.org/officeDocument/2006/relationships/tags" Target="../tags/tag136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368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1376.xml"/><Relationship Id="rId11" Type="http://schemas.openxmlformats.org/officeDocument/2006/relationships/tags" Target="../tags/tag1375.xml"/><Relationship Id="rId10" Type="http://schemas.openxmlformats.org/officeDocument/2006/relationships/tags" Target="../tags/tag1374.xml"/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9" Type="http://schemas.openxmlformats.org/officeDocument/2006/relationships/tags" Target="../tags/tag1380.xml"/><Relationship Id="rId8" Type="http://schemas.openxmlformats.org/officeDocument/2006/relationships/tags" Target="../tags/tag137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37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377.xml"/><Relationship Id="rId11" Type="http://schemas.openxmlformats.org/officeDocument/2006/relationships/tags" Target="../tags/tag1382.xml"/><Relationship Id="rId10" Type="http://schemas.openxmlformats.org/officeDocument/2006/relationships/tags" Target="../tags/tag1381.xml"/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9" Type="http://schemas.openxmlformats.org/officeDocument/2006/relationships/tags" Target="../tags/tag138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38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384.xml"/><Relationship Id="rId2" Type="http://schemas.openxmlformats.org/officeDocument/2006/relationships/tags" Target="../tags/tag1383.xml"/><Relationship Id="rId13" Type="http://schemas.openxmlformats.org/officeDocument/2006/relationships/tags" Target="../tags/tag1390.xml"/><Relationship Id="rId12" Type="http://schemas.openxmlformats.org/officeDocument/2006/relationships/tags" Target="../tags/tag1389.xml"/><Relationship Id="rId11" Type="http://schemas.openxmlformats.org/officeDocument/2006/relationships/tags" Target="../tags/tag1388.xml"/><Relationship Id="rId10" Type="http://schemas.openxmlformats.org/officeDocument/2006/relationships/tags" Target="../tags/tag1387.xml"/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9" Type="http://schemas.openxmlformats.org/officeDocument/2006/relationships/tags" Target="../tags/tag1396.xml"/><Relationship Id="rId8" Type="http://schemas.openxmlformats.org/officeDocument/2006/relationships/tags" Target="../tags/tag1395.xml"/><Relationship Id="rId7" Type="http://schemas.openxmlformats.org/officeDocument/2006/relationships/tags" Target="../tags/tag1394.xml"/><Relationship Id="rId6" Type="http://schemas.openxmlformats.org/officeDocument/2006/relationships/tags" Target="../tags/tag139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392.xml"/><Relationship Id="rId2" Type="http://schemas.openxmlformats.org/officeDocument/2006/relationships/tags" Target="../tags/tag1391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1398.xml"/><Relationship Id="rId10" Type="http://schemas.openxmlformats.org/officeDocument/2006/relationships/tags" Target="../tags/tag1397.xml"/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9" Type="http://schemas.openxmlformats.org/officeDocument/2006/relationships/tags" Target="../tags/tag140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0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00.xml"/><Relationship Id="rId2" Type="http://schemas.openxmlformats.org/officeDocument/2006/relationships/tags" Target="../tags/tag1399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1407.xml"/><Relationship Id="rId13" Type="http://schemas.openxmlformats.org/officeDocument/2006/relationships/tags" Target="../tags/tag1406.xml"/><Relationship Id="rId12" Type="http://schemas.openxmlformats.org/officeDocument/2006/relationships/tags" Target="../tags/tag1405.xml"/><Relationship Id="rId11" Type="http://schemas.openxmlformats.org/officeDocument/2006/relationships/tags" Target="../tags/tag1404.xml"/><Relationship Id="rId10" Type="http://schemas.openxmlformats.org/officeDocument/2006/relationships/tags" Target="../tags/tag1403.xml"/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
<Relationships xmlns="http://schemas.openxmlformats.org/package/2006/relationships"><Relationship Id="rId9" Type="http://schemas.openxmlformats.org/officeDocument/2006/relationships/tags" Target="../tags/tag141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1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09.xml"/><Relationship Id="rId2" Type="http://schemas.openxmlformats.org/officeDocument/2006/relationships/tags" Target="../tags/tag1408.xml"/><Relationship Id="rId14" Type="http://schemas.openxmlformats.org/officeDocument/2006/relationships/tags" Target="../tags/tag1416.xml"/><Relationship Id="rId13" Type="http://schemas.openxmlformats.org/officeDocument/2006/relationships/tags" Target="../tags/tag1415.xml"/><Relationship Id="rId12" Type="http://schemas.openxmlformats.org/officeDocument/2006/relationships/tags" Target="../tags/tag1414.xml"/><Relationship Id="rId11" Type="http://schemas.openxmlformats.org/officeDocument/2006/relationships/tags" Target="../tags/tag1413.xml"/><Relationship Id="rId10" Type="http://schemas.openxmlformats.org/officeDocument/2006/relationships/tags" Target="../tags/tag1412.xml"/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
<Relationships xmlns="http://schemas.openxmlformats.org/package/2006/relationships"><Relationship Id="rId9" Type="http://schemas.openxmlformats.org/officeDocument/2006/relationships/tags" Target="../tags/tag142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1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18.xml"/><Relationship Id="rId2" Type="http://schemas.openxmlformats.org/officeDocument/2006/relationships/tags" Target="../tags/tag1417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427.xml"/><Relationship Id="rId15" Type="http://schemas.openxmlformats.org/officeDocument/2006/relationships/tags" Target="../tags/tag1426.xml"/><Relationship Id="rId14" Type="http://schemas.openxmlformats.org/officeDocument/2006/relationships/tags" Target="../tags/tag1425.xml"/><Relationship Id="rId13" Type="http://schemas.openxmlformats.org/officeDocument/2006/relationships/tags" Target="../tags/tag1424.xml"/><Relationship Id="rId12" Type="http://schemas.openxmlformats.org/officeDocument/2006/relationships/tags" Target="../tags/tag1423.xml"/><Relationship Id="rId11" Type="http://schemas.openxmlformats.org/officeDocument/2006/relationships/tags" Target="../tags/tag1422.xml"/><Relationship Id="rId10" Type="http://schemas.openxmlformats.org/officeDocument/2006/relationships/tags" Target="../tags/tag1421.xml"/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
<Relationships xmlns="http://schemas.openxmlformats.org/package/2006/relationships"><Relationship Id="rId9" Type="http://schemas.openxmlformats.org/officeDocument/2006/relationships/tags" Target="../tags/tag143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43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429.xml"/><Relationship Id="rId2" Type="http://schemas.openxmlformats.org/officeDocument/2006/relationships/tags" Target="../tags/tag1428.xml"/><Relationship Id="rId13" Type="http://schemas.openxmlformats.org/officeDocument/2006/relationships/tags" Target="../tags/tag1435.xml"/><Relationship Id="rId12" Type="http://schemas.openxmlformats.org/officeDocument/2006/relationships/tags" Target="../tags/tag1434.xml"/><Relationship Id="rId11" Type="http://schemas.openxmlformats.org/officeDocument/2006/relationships/tags" Target="../tags/tag1433.xml"/><Relationship Id="rId10" Type="http://schemas.openxmlformats.org/officeDocument/2006/relationships/tags" Target="../tags/tag1432.xml"/><Relationship Id="rId1" Type="http://schemas.openxmlformats.org/officeDocument/2006/relationships/slideMaster" Target="../slideMasters/slideMaster11.xml"/></Relationships>
</file>

<file path=ppt/slideLayouts/_rels/slideLayout192.xml.rels><?xml version="1.0" encoding="UTF-8" standalone="yes"?>
<Relationships xmlns="http://schemas.openxmlformats.org/package/2006/relationships"><Relationship Id="rId9" Type="http://schemas.openxmlformats.org/officeDocument/2006/relationships/tags" Target="../tags/tag1447.xml"/><Relationship Id="rId8" Type="http://schemas.openxmlformats.org/officeDocument/2006/relationships/tags" Target="../tags/tag1446.xml"/><Relationship Id="rId7" Type="http://schemas.openxmlformats.org/officeDocument/2006/relationships/tags" Target="../tags/tag1445.xml"/><Relationship Id="rId6" Type="http://schemas.openxmlformats.org/officeDocument/2006/relationships/tags" Target="../tags/tag1444.xml"/><Relationship Id="rId5" Type="http://schemas.openxmlformats.org/officeDocument/2006/relationships/tags" Target="../tags/tag144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442.xml"/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9" Type="http://schemas.openxmlformats.org/officeDocument/2006/relationships/tags" Target="../tags/tag1453.xml"/><Relationship Id="rId8" Type="http://schemas.openxmlformats.org/officeDocument/2006/relationships/tags" Target="../tags/tag1452.xml"/><Relationship Id="rId7" Type="http://schemas.openxmlformats.org/officeDocument/2006/relationships/tags" Target="../tags/tag1451.xml"/><Relationship Id="rId6" Type="http://schemas.openxmlformats.org/officeDocument/2006/relationships/tags" Target="../tags/tag1450.xml"/><Relationship Id="rId5" Type="http://schemas.openxmlformats.org/officeDocument/2006/relationships/tags" Target="../tags/tag144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48.xml"/><Relationship Id="rId1" Type="http://schemas.openxmlformats.org/officeDocument/2006/relationships/slideMaster" Target="../slideMasters/slideMaster12.xml"/></Relationships>
</file>

<file path=ppt/slideLayouts/_rels/slideLayout194.xml.rels><?xml version="1.0" encoding="UTF-8" standalone="yes"?>
<Relationships xmlns="http://schemas.openxmlformats.org/package/2006/relationships"><Relationship Id="rId9" Type="http://schemas.openxmlformats.org/officeDocument/2006/relationships/tags" Target="../tags/tag1459.xml"/><Relationship Id="rId8" Type="http://schemas.openxmlformats.org/officeDocument/2006/relationships/tags" Target="../tags/tag1458.xml"/><Relationship Id="rId7" Type="http://schemas.openxmlformats.org/officeDocument/2006/relationships/tags" Target="../tags/tag1457.xml"/><Relationship Id="rId6" Type="http://schemas.openxmlformats.org/officeDocument/2006/relationships/tags" Target="../tags/tag1456.xml"/><Relationship Id="rId5" Type="http://schemas.openxmlformats.org/officeDocument/2006/relationships/tags" Target="../tags/tag145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454.xml"/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9" Type="http://schemas.openxmlformats.org/officeDocument/2006/relationships/tags" Target="../tags/tag1465.xml"/><Relationship Id="rId8" Type="http://schemas.openxmlformats.org/officeDocument/2006/relationships/tags" Target="../tags/tag1464.xml"/><Relationship Id="rId7" Type="http://schemas.openxmlformats.org/officeDocument/2006/relationships/tags" Target="../tags/tag1463.xml"/><Relationship Id="rId6" Type="http://schemas.openxmlformats.org/officeDocument/2006/relationships/tags" Target="../tags/tag1462.xml"/><Relationship Id="rId5" Type="http://schemas.openxmlformats.org/officeDocument/2006/relationships/tags" Target="../tags/tag146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60.xml"/><Relationship Id="rId10" Type="http://schemas.openxmlformats.org/officeDocument/2006/relationships/tags" Target="../tags/tag1466.xml"/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9" Type="http://schemas.openxmlformats.org/officeDocument/2006/relationships/tags" Target="../tags/tag1472.xml"/><Relationship Id="rId8" Type="http://schemas.openxmlformats.org/officeDocument/2006/relationships/tags" Target="../tags/tag1471.xml"/><Relationship Id="rId7" Type="http://schemas.openxmlformats.org/officeDocument/2006/relationships/tags" Target="../tags/tag1470.xml"/><Relationship Id="rId6" Type="http://schemas.openxmlformats.org/officeDocument/2006/relationships/tags" Target="../tags/tag1469.xml"/><Relationship Id="rId5" Type="http://schemas.openxmlformats.org/officeDocument/2006/relationships/tags" Target="../tags/tag146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67.xml"/><Relationship Id="rId12" Type="http://schemas.openxmlformats.org/officeDocument/2006/relationships/tags" Target="../tags/tag1475.xml"/><Relationship Id="rId11" Type="http://schemas.openxmlformats.org/officeDocument/2006/relationships/tags" Target="../tags/tag1474.xml"/><Relationship Id="rId10" Type="http://schemas.openxmlformats.org/officeDocument/2006/relationships/tags" Target="../tags/tag1473.xml"/><Relationship Id="rId1" Type="http://schemas.openxmlformats.org/officeDocument/2006/relationships/slideMaster" Target="../slideMasters/slideMaster12.xml"/></Relationships>
</file>

<file path=ppt/slideLayouts/_rels/slideLayout197.xml.rels><?xml version="1.0" encoding="UTF-8" standalone="yes"?>
<Relationships xmlns="http://schemas.openxmlformats.org/package/2006/relationships"><Relationship Id="rId9" Type="http://schemas.openxmlformats.org/officeDocument/2006/relationships/tags" Target="../tags/tag1481.xml"/><Relationship Id="rId8" Type="http://schemas.openxmlformats.org/officeDocument/2006/relationships/tags" Target="../tags/tag1480.xml"/><Relationship Id="rId7" Type="http://schemas.openxmlformats.org/officeDocument/2006/relationships/tags" Target="../tags/tag1479.xml"/><Relationship Id="rId6" Type="http://schemas.openxmlformats.org/officeDocument/2006/relationships/tags" Target="../tags/tag1478.xml"/><Relationship Id="rId5" Type="http://schemas.openxmlformats.org/officeDocument/2006/relationships/tags" Target="../tags/tag147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476.xml"/><Relationship Id="rId1" Type="http://schemas.openxmlformats.org/officeDocument/2006/relationships/slideMaster" Target="../slideMasters/slideMaster12.xml"/></Relationships>
</file>

<file path=ppt/slideLayouts/_rels/slideLayout198.xml.rels><?xml version="1.0" encoding="UTF-8" standalone="yes"?>
<Relationships xmlns="http://schemas.openxmlformats.org/package/2006/relationships"><Relationship Id="rId4" Type="http://schemas.openxmlformats.org/officeDocument/2006/relationships/tags" Target="../tags/tag1484.xml"/><Relationship Id="rId3" Type="http://schemas.openxmlformats.org/officeDocument/2006/relationships/tags" Target="../tags/tag1483.xml"/><Relationship Id="rId2" Type="http://schemas.openxmlformats.org/officeDocument/2006/relationships/tags" Target="../tags/tag1482.xml"/><Relationship Id="rId1" Type="http://schemas.openxmlformats.org/officeDocument/2006/relationships/slideMaster" Target="../slideMasters/slideMaster12.xml"/></Relationships>
</file>

<file path=ppt/slideLayouts/_rels/slideLayout199.xml.rels><?xml version="1.0" encoding="UTF-8" standalone="yes"?>
<Relationships xmlns="http://schemas.openxmlformats.org/package/2006/relationships"><Relationship Id="rId9" Type="http://schemas.openxmlformats.org/officeDocument/2006/relationships/tags" Target="../tags/tag1488.xml"/><Relationship Id="rId8" Type="http://schemas.openxmlformats.org/officeDocument/2006/relationships/tags" Target="../tags/tag148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48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85.xml"/><Relationship Id="rId13" Type="http://schemas.openxmlformats.org/officeDocument/2006/relationships/tags" Target="../tags/tag1492.xml"/><Relationship Id="rId12" Type="http://schemas.openxmlformats.org/officeDocument/2006/relationships/tags" Target="../tags/tag1491.xml"/><Relationship Id="rId11" Type="http://schemas.openxmlformats.org/officeDocument/2006/relationships/tags" Target="../tags/tag1490.xml"/><Relationship Id="rId10" Type="http://schemas.openxmlformats.org/officeDocument/2006/relationships/tags" Target="../tags/tag1489.xml"/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9" Type="http://schemas.openxmlformats.org/officeDocument/2006/relationships/tags" Target="../tags/tag1496.xml"/><Relationship Id="rId8" Type="http://schemas.openxmlformats.org/officeDocument/2006/relationships/tags" Target="../tags/tag149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49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93.xml"/><Relationship Id="rId12" Type="http://schemas.openxmlformats.org/officeDocument/2006/relationships/tags" Target="../tags/tag1499.xml"/><Relationship Id="rId11" Type="http://schemas.openxmlformats.org/officeDocument/2006/relationships/tags" Target="../tags/tag1498.xml"/><Relationship Id="rId10" Type="http://schemas.openxmlformats.org/officeDocument/2006/relationships/tags" Target="../tags/tag1497.xml"/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9" Type="http://schemas.openxmlformats.org/officeDocument/2006/relationships/tags" Target="../tags/tag1503.xml"/><Relationship Id="rId8" Type="http://schemas.openxmlformats.org/officeDocument/2006/relationships/tags" Target="../tags/tag150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50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00.xml"/><Relationship Id="rId11" Type="http://schemas.openxmlformats.org/officeDocument/2006/relationships/tags" Target="../tags/tag1505.xml"/><Relationship Id="rId10" Type="http://schemas.openxmlformats.org/officeDocument/2006/relationships/tags" Target="../tags/tag1504.xml"/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9" Type="http://schemas.openxmlformats.org/officeDocument/2006/relationships/tags" Target="../tags/tag1511.xml"/><Relationship Id="rId8" Type="http://schemas.openxmlformats.org/officeDocument/2006/relationships/tags" Target="../tags/tag1510.xml"/><Relationship Id="rId7" Type="http://schemas.openxmlformats.org/officeDocument/2006/relationships/tags" Target="../tags/tag1509.xml"/><Relationship Id="rId6" Type="http://schemas.openxmlformats.org/officeDocument/2006/relationships/tags" Target="../tags/tag1508.xml"/><Relationship Id="rId5" Type="http://schemas.openxmlformats.org/officeDocument/2006/relationships/tags" Target="../tags/tag150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506.xml"/><Relationship Id="rId14" Type="http://schemas.openxmlformats.org/officeDocument/2006/relationships/image" Target="../media/image12.svg"/><Relationship Id="rId13" Type="http://schemas.openxmlformats.org/officeDocument/2006/relationships/image" Target="../media/image8.png"/><Relationship Id="rId12" Type="http://schemas.openxmlformats.org/officeDocument/2006/relationships/tags" Target="../tags/tag1514.xml"/><Relationship Id="rId11" Type="http://schemas.openxmlformats.org/officeDocument/2006/relationships/tags" Target="../tags/tag1513.xml"/><Relationship Id="rId10" Type="http://schemas.openxmlformats.org/officeDocument/2006/relationships/tags" Target="../tags/tag1512.xml"/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9" Type="http://schemas.openxmlformats.org/officeDocument/2006/relationships/tags" Target="../tags/tag1518.xml"/><Relationship Id="rId8" Type="http://schemas.openxmlformats.org/officeDocument/2006/relationships/tags" Target="../tags/tag151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51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15.xml"/><Relationship Id="rId11" Type="http://schemas.openxmlformats.org/officeDocument/2006/relationships/tags" Target="../tags/tag1520.xml"/><Relationship Id="rId10" Type="http://schemas.openxmlformats.org/officeDocument/2006/relationships/tags" Target="../tags/tag1519.xml"/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9" Type="http://schemas.openxmlformats.org/officeDocument/2006/relationships/tags" Target="../tags/tag152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2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22.xml"/><Relationship Id="rId2" Type="http://schemas.openxmlformats.org/officeDocument/2006/relationships/tags" Target="../tags/tag1521.xml"/><Relationship Id="rId13" Type="http://schemas.openxmlformats.org/officeDocument/2006/relationships/tags" Target="../tags/tag1528.xml"/><Relationship Id="rId12" Type="http://schemas.openxmlformats.org/officeDocument/2006/relationships/tags" Target="../tags/tag1527.xml"/><Relationship Id="rId11" Type="http://schemas.openxmlformats.org/officeDocument/2006/relationships/tags" Target="../tags/tag1526.xml"/><Relationship Id="rId10" Type="http://schemas.openxmlformats.org/officeDocument/2006/relationships/tags" Target="../tags/tag1525.xml"/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9" Type="http://schemas.openxmlformats.org/officeDocument/2006/relationships/tags" Target="../tags/tag1534.xml"/><Relationship Id="rId8" Type="http://schemas.openxmlformats.org/officeDocument/2006/relationships/tags" Target="../tags/tag1533.xml"/><Relationship Id="rId7" Type="http://schemas.openxmlformats.org/officeDocument/2006/relationships/tags" Target="../tags/tag1532.xml"/><Relationship Id="rId6" Type="http://schemas.openxmlformats.org/officeDocument/2006/relationships/tags" Target="../tags/tag153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30.xml"/><Relationship Id="rId2" Type="http://schemas.openxmlformats.org/officeDocument/2006/relationships/tags" Target="../tags/tag1529.xml"/><Relationship Id="rId13" Type="http://schemas.openxmlformats.org/officeDocument/2006/relationships/image" Target="../media/image12.svg"/><Relationship Id="rId12" Type="http://schemas.openxmlformats.org/officeDocument/2006/relationships/image" Target="../media/image8.png"/><Relationship Id="rId11" Type="http://schemas.openxmlformats.org/officeDocument/2006/relationships/tags" Target="../tags/tag1536.xml"/><Relationship Id="rId10" Type="http://schemas.openxmlformats.org/officeDocument/2006/relationships/tags" Target="../tags/tag1535.xml"/><Relationship Id="rId1" Type="http://schemas.openxmlformats.org/officeDocument/2006/relationships/slideMaster" Target="../slideMasters/slideMaster12.xml"/></Relationships>
</file>

<file path=ppt/slideLayouts/_rels/slideLayout206.xml.rels><?xml version="1.0" encoding="UTF-8" standalone="yes"?>
<Relationships xmlns="http://schemas.openxmlformats.org/package/2006/relationships"><Relationship Id="rId9" Type="http://schemas.openxmlformats.org/officeDocument/2006/relationships/tags" Target="../tags/tag154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3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38.xml"/><Relationship Id="rId2" Type="http://schemas.openxmlformats.org/officeDocument/2006/relationships/tags" Target="../tags/tag1537.xml"/><Relationship Id="rId16" Type="http://schemas.openxmlformats.org/officeDocument/2006/relationships/image" Target="../media/image12.svg"/><Relationship Id="rId15" Type="http://schemas.openxmlformats.org/officeDocument/2006/relationships/image" Target="../media/image8.png"/><Relationship Id="rId14" Type="http://schemas.openxmlformats.org/officeDocument/2006/relationships/tags" Target="../tags/tag1545.xml"/><Relationship Id="rId13" Type="http://schemas.openxmlformats.org/officeDocument/2006/relationships/tags" Target="../tags/tag1544.xml"/><Relationship Id="rId12" Type="http://schemas.openxmlformats.org/officeDocument/2006/relationships/tags" Target="../tags/tag1543.xml"/><Relationship Id="rId11" Type="http://schemas.openxmlformats.org/officeDocument/2006/relationships/tags" Target="../tags/tag1542.xml"/><Relationship Id="rId10" Type="http://schemas.openxmlformats.org/officeDocument/2006/relationships/tags" Target="../tags/tag1541.xml"/><Relationship Id="rId1" Type="http://schemas.openxmlformats.org/officeDocument/2006/relationships/slideMaster" Target="../slideMasters/slideMaster12.xml"/></Relationships>
</file>

<file path=ppt/slideLayouts/_rels/slideLayout207.xml.rels><?xml version="1.0" encoding="UTF-8" standalone="yes"?>
<Relationships xmlns="http://schemas.openxmlformats.org/package/2006/relationships"><Relationship Id="rId9" Type="http://schemas.openxmlformats.org/officeDocument/2006/relationships/tags" Target="../tags/tag154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4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47.xml"/><Relationship Id="rId2" Type="http://schemas.openxmlformats.org/officeDocument/2006/relationships/tags" Target="../tags/tag1546.xml"/><Relationship Id="rId14" Type="http://schemas.openxmlformats.org/officeDocument/2006/relationships/tags" Target="../tags/tag1554.xml"/><Relationship Id="rId13" Type="http://schemas.openxmlformats.org/officeDocument/2006/relationships/tags" Target="../tags/tag1553.xml"/><Relationship Id="rId12" Type="http://schemas.openxmlformats.org/officeDocument/2006/relationships/tags" Target="../tags/tag1552.xml"/><Relationship Id="rId11" Type="http://schemas.openxmlformats.org/officeDocument/2006/relationships/tags" Target="../tags/tag1551.xml"/><Relationship Id="rId10" Type="http://schemas.openxmlformats.org/officeDocument/2006/relationships/tags" Target="../tags/tag1550.xml"/><Relationship Id="rId1" Type="http://schemas.openxmlformats.org/officeDocument/2006/relationships/slideMaster" Target="../slideMasters/slideMaster12.xml"/></Relationships>
</file>

<file path=ppt/slideLayouts/_rels/slideLayout208.xml.rels><?xml version="1.0" encoding="UTF-8" standalone="yes"?>
<Relationships xmlns="http://schemas.openxmlformats.org/package/2006/relationships"><Relationship Id="rId9" Type="http://schemas.openxmlformats.org/officeDocument/2006/relationships/tags" Target="../tags/tag155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5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56.xml"/><Relationship Id="rId2" Type="http://schemas.openxmlformats.org/officeDocument/2006/relationships/tags" Target="../tags/tag1555.xml"/><Relationship Id="rId18" Type="http://schemas.openxmlformats.org/officeDocument/2006/relationships/image" Target="../media/image12.svg"/><Relationship Id="rId17" Type="http://schemas.openxmlformats.org/officeDocument/2006/relationships/image" Target="../media/image8.png"/><Relationship Id="rId16" Type="http://schemas.openxmlformats.org/officeDocument/2006/relationships/tags" Target="../tags/tag1565.xml"/><Relationship Id="rId15" Type="http://schemas.openxmlformats.org/officeDocument/2006/relationships/tags" Target="../tags/tag1564.xml"/><Relationship Id="rId14" Type="http://schemas.openxmlformats.org/officeDocument/2006/relationships/tags" Target="../tags/tag1563.xml"/><Relationship Id="rId13" Type="http://schemas.openxmlformats.org/officeDocument/2006/relationships/tags" Target="../tags/tag1562.xml"/><Relationship Id="rId12" Type="http://schemas.openxmlformats.org/officeDocument/2006/relationships/tags" Target="../tags/tag1561.xml"/><Relationship Id="rId11" Type="http://schemas.openxmlformats.org/officeDocument/2006/relationships/tags" Target="../tags/tag1560.xml"/><Relationship Id="rId10" Type="http://schemas.openxmlformats.org/officeDocument/2006/relationships/tags" Target="../tags/tag1559.xml"/><Relationship Id="rId1" Type="http://schemas.openxmlformats.org/officeDocument/2006/relationships/slideMaster" Target="../slideMasters/slideMaster12.xml"/></Relationships>
</file>

<file path=ppt/slideLayouts/_rels/slideLayout209.xml.rels><?xml version="1.0" encoding="UTF-8" standalone="yes"?>
<Relationships xmlns="http://schemas.openxmlformats.org/package/2006/relationships"><Relationship Id="rId9" Type="http://schemas.openxmlformats.org/officeDocument/2006/relationships/tags" Target="../tags/tag156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56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567.xml"/><Relationship Id="rId2" Type="http://schemas.openxmlformats.org/officeDocument/2006/relationships/tags" Target="../tags/tag1566.xml"/><Relationship Id="rId13" Type="http://schemas.openxmlformats.org/officeDocument/2006/relationships/tags" Target="../tags/tag1573.xml"/><Relationship Id="rId12" Type="http://schemas.openxmlformats.org/officeDocument/2006/relationships/tags" Target="../tags/tag1572.xml"/><Relationship Id="rId11" Type="http://schemas.openxmlformats.org/officeDocument/2006/relationships/tags" Target="../tags/tag1571.xml"/><Relationship Id="rId10" Type="http://schemas.openxmlformats.org/officeDocument/2006/relationships/tags" Target="../tags/tag1570.xml"/><Relationship Id="rId1" Type="http://schemas.openxmlformats.org/officeDocument/2006/relationships/slideMaster" Target="../slideMasters/slideMaster12.xml"/></Relationships>
</file>

<file path=ppt/slideLayouts/_rels/slideLayout210.xml.rels><?xml version="1.0" encoding="UTF-8" standalone="yes"?>
<Relationships xmlns="http://schemas.openxmlformats.org/package/2006/relationships"><Relationship Id="rId9" Type="http://schemas.openxmlformats.org/officeDocument/2006/relationships/tags" Target="../tags/tag1585.xml"/><Relationship Id="rId8" Type="http://schemas.openxmlformats.org/officeDocument/2006/relationships/tags" Target="../tags/tag1584.xml"/><Relationship Id="rId7" Type="http://schemas.openxmlformats.org/officeDocument/2006/relationships/tags" Target="../tags/tag1583.xml"/><Relationship Id="rId6" Type="http://schemas.openxmlformats.org/officeDocument/2006/relationships/tags" Target="../tags/tag1582.xml"/><Relationship Id="rId5" Type="http://schemas.openxmlformats.org/officeDocument/2006/relationships/tags" Target="../tags/tag158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580.xml"/><Relationship Id="rId1" Type="http://schemas.openxmlformats.org/officeDocument/2006/relationships/slideMaster" Target="../slideMasters/slideMaster13.xml"/></Relationships>
</file>

<file path=ppt/slideLayouts/_rels/slideLayout211.xml.rels><?xml version="1.0" encoding="UTF-8" standalone="yes"?>
<Relationships xmlns="http://schemas.openxmlformats.org/package/2006/relationships"><Relationship Id="rId9" Type="http://schemas.openxmlformats.org/officeDocument/2006/relationships/tags" Target="../tags/tag1591.xml"/><Relationship Id="rId8" Type="http://schemas.openxmlformats.org/officeDocument/2006/relationships/tags" Target="../tags/tag1590.xml"/><Relationship Id="rId7" Type="http://schemas.openxmlformats.org/officeDocument/2006/relationships/tags" Target="../tags/tag1589.xml"/><Relationship Id="rId6" Type="http://schemas.openxmlformats.org/officeDocument/2006/relationships/tags" Target="../tags/tag1588.xml"/><Relationship Id="rId5" Type="http://schemas.openxmlformats.org/officeDocument/2006/relationships/tags" Target="../tags/tag158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86.xml"/><Relationship Id="rId1" Type="http://schemas.openxmlformats.org/officeDocument/2006/relationships/slideMaster" Target="../slideMasters/slideMaster13.xml"/></Relationships>
</file>

<file path=ppt/slideLayouts/_rels/slideLayout212.xml.rels><?xml version="1.0" encoding="UTF-8" standalone="yes"?>
<Relationships xmlns="http://schemas.openxmlformats.org/package/2006/relationships"><Relationship Id="rId9" Type="http://schemas.openxmlformats.org/officeDocument/2006/relationships/tags" Target="../tags/tag1597.xml"/><Relationship Id="rId8" Type="http://schemas.openxmlformats.org/officeDocument/2006/relationships/tags" Target="../tags/tag1596.xml"/><Relationship Id="rId7" Type="http://schemas.openxmlformats.org/officeDocument/2006/relationships/tags" Target="../tags/tag1595.xml"/><Relationship Id="rId6" Type="http://schemas.openxmlformats.org/officeDocument/2006/relationships/tags" Target="../tags/tag1594.xml"/><Relationship Id="rId5" Type="http://schemas.openxmlformats.org/officeDocument/2006/relationships/tags" Target="../tags/tag1593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592.xml"/><Relationship Id="rId1" Type="http://schemas.openxmlformats.org/officeDocument/2006/relationships/slideMaster" Target="../slideMasters/slideMaster13.xml"/></Relationships>
</file>

<file path=ppt/slideLayouts/_rels/slideLayout213.xml.rels><?xml version="1.0" encoding="UTF-8" standalone="yes"?>
<Relationships xmlns="http://schemas.openxmlformats.org/package/2006/relationships"><Relationship Id="rId9" Type="http://schemas.openxmlformats.org/officeDocument/2006/relationships/tags" Target="../tags/tag1603.xml"/><Relationship Id="rId8" Type="http://schemas.openxmlformats.org/officeDocument/2006/relationships/tags" Target="../tags/tag1602.xml"/><Relationship Id="rId7" Type="http://schemas.openxmlformats.org/officeDocument/2006/relationships/tags" Target="../tags/tag1601.xml"/><Relationship Id="rId6" Type="http://schemas.openxmlformats.org/officeDocument/2006/relationships/tags" Target="../tags/tag1600.xml"/><Relationship Id="rId5" Type="http://schemas.openxmlformats.org/officeDocument/2006/relationships/tags" Target="../tags/tag159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98.xml"/><Relationship Id="rId10" Type="http://schemas.openxmlformats.org/officeDocument/2006/relationships/tags" Target="../tags/tag1604.xml"/><Relationship Id="rId1" Type="http://schemas.openxmlformats.org/officeDocument/2006/relationships/slideMaster" Target="../slideMasters/slideMaster13.xml"/></Relationships>
</file>

<file path=ppt/slideLayouts/_rels/slideLayout214.xml.rels><?xml version="1.0" encoding="UTF-8" standalone="yes"?>
<Relationships xmlns="http://schemas.openxmlformats.org/package/2006/relationships"><Relationship Id="rId9" Type="http://schemas.openxmlformats.org/officeDocument/2006/relationships/tags" Target="../tags/tag1610.xml"/><Relationship Id="rId8" Type="http://schemas.openxmlformats.org/officeDocument/2006/relationships/tags" Target="../tags/tag1609.xml"/><Relationship Id="rId7" Type="http://schemas.openxmlformats.org/officeDocument/2006/relationships/tags" Target="../tags/tag1608.xml"/><Relationship Id="rId6" Type="http://schemas.openxmlformats.org/officeDocument/2006/relationships/tags" Target="../tags/tag1607.xml"/><Relationship Id="rId5" Type="http://schemas.openxmlformats.org/officeDocument/2006/relationships/tags" Target="../tags/tag160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05.xml"/><Relationship Id="rId12" Type="http://schemas.openxmlformats.org/officeDocument/2006/relationships/tags" Target="../tags/tag1613.xml"/><Relationship Id="rId11" Type="http://schemas.openxmlformats.org/officeDocument/2006/relationships/tags" Target="../tags/tag1612.xml"/><Relationship Id="rId10" Type="http://schemas.openxmlformats.org/officeDocument/2006/relationships/tags" Target="../tags/tag1611.xml"/><Relationship Id="rId1" Type="http://schemas.openxmlformats.org/officeDocument/2006/relationships/slideMaster" Target="../slideMasters/slideMaster13.xml"/></Relationships>
</file>

<file path=ppt/slideLayouts/_rels/slideLayout215.xml.rels><?xml version="1.0" encoding="UTF-8" standalone="yes"?>
<Relationships xmlns="http://schemas.openxmlformats.org/package/2006/relationships"><Relationship Id="rId9" Type="http://schemas.openxmlformats.org/officeDocument/2006/relationships/tags" Target="../tags/tag1619.xml"/><Relationship Id="rId8" Type="http://schemas.openxmlformats.org/officeDocument/2006/relationships/tags" Target="../tags/tag1618.xml"/><Relationship Id="rId7" Type="http://schemas.openxmlformats.org/officeDocument/2006/relationships/tags" Target="../tags/tag1617.xml"/><Relationship Id="rId6" Type="http://schemas.openxmlformats.org/officeDocument/2006/relationships/tags" Target="../tags/tag1616.xml"/><Relationship Id="rId5" Type="http://schemas.openxmlformats.org/officeDocument/2006/relationships/tags" Target="../tags/tag1615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614.xml"/><Relationship Id="rId1" Type="http://schemas.openxmlformats.org/officeDocument/2006/relationships/slideMaster" Target="../slideMasters/slideMaster13.xml"/></Relationships>
</file>

<file path=ppt/slideLayouts/_rels/slideLayout216.xml.rels><?xml version="1.0" encoding="UTF-8" standalone="yes"?>
<Relationships xmlns="http://schemas.openxmlformats.org/package/2006/relationships"><Relationship Id="rId4" Type="http://schemas.openxmlformats.org/officeDocument/2006/relationships/tags" Target="../tags/tag1622.xml"/><Relationship Id="rId3" Type="http://schemas.openxmlformats.org/officeDocument/2006/relationships/tags" Target="../tags/tag1621.xml"/><Relationship Id="rId2" Type="http://schemas.openxmlformats.org/officeDocument/2006/relationships/tags" Target="../tags/tag1620.xml"/><Relationship Id="rId1" Type="http://schemas.openxmlformats.org/officeDocument/2006/relationships/slideMaster" Target="../slideMasters/slideMaster13.xml"/></Relationships>
</file>

<file path=ppt/slideLayouts/_rels/slideLayout217.xml.rels><?xml version="1.0" encoding="UTF-8" standalone="yes"?>
<Relationships xmlns="http://schemas.openxmlformats.org/package/2006/relationships"><Relationship Id="rId9" Type="http://schemas.openxmlformats.org/officeDocument/2006/relationships/tags" Target="../tags/tag1626.xml"/><Relationship Id="rId8" Type="http://schemas.openxmlformats.org/officeDocument/2006/relationships/tags" Target="../tags/tag162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2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23.xml"/><Relationship Id="rId13" Type="http://schemas.openxmlformats.org/officeDocument/2006/relationships/tags" Target="../tags/tag1630.xml"/><Relationship Id="rId12" Type="http://schemas.openxmlformats.org/officeDocument/2006/relationships/tags" Target="../tags/tag1629.xml"/><Relationship Id="rId11" Type="http://schemas.openxmlformats.org/officeDocument/2006/relationships/tags" Target="../tags/tag1628.xml"/><Relationship Id="rId10" Type="http://schemas.openxmlformats.org/officeDocument/2006/relationships/tags" Target="../tags/tag1627.xml"/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9" Type="http://schemas.openxmlformats.org/officeDocument/2006/relationships/tags" Target="../tags/tag1634.xml"/><Relationship Id="rId8" Type="http://schemas.openxmlformats.org/officeDocument/2006/relationships/tags" Target="../tags/tag163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3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31.xml"/><Relationship Id="rId12" Type="http://schemas.openxmlformats.org/officeDocument/2006/relationships/tags" Target="../tags/tag1637.xml"/><Relationship Id="rId11" Type="http://schemas.openxmlformats.org/officeDocument/2006/relationships/tags" Target="../tags/tag1636.xml"/><Relationship Id="rId10" Type="http://schemas.openxmlformats.org/officeDocument/2006/relationships/tags" Target="../tags/tag1635.xml"/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9" Type="http://schemas.openxmlformats.org/officeDocument/2006/relationships/tags" Target="../tags/tag1641.xml"/><Relationship Id="rId8" Type="http://schemas.openxmlformats.org/officeDocument/2006/relationships/tags" Target="../tags/tag164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3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38.xml"/><Relationship Id="rId11" Type="http://schemas.openxmlformats.org/officeDocument/2006/relationships/tags" Target="../tags/tag1643.xml"/><Relationship Id="rId10" Type="http://schemas.openxmlformats.org/officeDocument/2006/relationships/tags" Target="../tags/tag1642.xml"/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9" Type="http://schemas.openxmlformats.org/officeDocument/2006/relationships/tags" Target="../tags/tag1649.xml"/><Relationship Id="rId8" Type="http://schemas.openxmlformats.org/officeDocument/2006/relationships/tags" Target="../tags/tag1648.xml"/><Relationship Id="rId7" Type="http://schemas.openxmlformats.org/officeDocument/2006/relationships/tags" Target="../tags/tag1647.xml"/><Relationship Id="rId6" Type="http://schemas.openxmlformats.org/officeDocument/2006/relationships/tags" Target="../tags/tag1646.xml"/><Relationship Id="rId5" Type="http://schemas.openxmlformats.org/officeDocument/2006/relationships/tags" Target="../tags/tag164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644.xml"/><Relationship Id="rId14" Type="http://schemas.openxmlformats.org/officeDocument/2006/relationships/image" Target="../media/image13.svg"/><Relationship Id="rId13" Type="http://schemas.openxmlformats.org/officeDocument/2006/relationships/image" Target="../media/image8.png"/><Relationship Id="rId12" Type="http://schemas.openxmlformats.org/officeDocument/2006/relationships/tags" Target="../tags/tag1652.xml"/><Relationship Id="rId11" Type="http://schemas.openxmlformats.org/officeDocument/2006/relationships/tags" Target="../tags/tag1651.xml"/><Relationship Id="rId10" Type="http://schemas.openxmlformats.org/officeDocument/2006/relationships/tags" Target="../tags/tag1650.xml"/><Relationship Id="rId1" Type="http://schemas.openxmlformats.org/officeDocument/2006/relationships/slideMaster" Target="../slideMasters/slideMaster13.xml"/></Relationships>
</file>

<file path=ppt/slideLayouts/_rels/slideLayout221.xml.rels><?xml version="1.0" encoding="UTF-8" standalone="yes"?>
<Relationships xmlns="http://schemas.openxmlformats.org/package/2006/relationships"><Relationship Id="rId9" Type="http://schemas.openxmlformats.org/officeDocument/2006/relationships/tags" Target="../tags/tag1656.xml"/><Relationship Id="rId8" Type="http://schemas.openxmlformats.org/officeDocument/2006/relationships/tags" Target="../tags/tag165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65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653.xml"/><Relationship Id="rId11" Type="http://schemas.openxmlformats.org/officeDocument/2006/relationships/tags" Target="../tags/tag1658.xml"/><Relationship Id="rId10" Type="http://schemas.openxmlformats.org/officeDocument/2006/relationships/tags" Target="../tags/tag1657.xml"/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9" Type="http://schemas.openxmlformats.org/officeDocument/2006/relationships/tags" Target="../tags/tag166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6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60.xml"/><Relationship Id="rId2" Type="http://schemas.openxmlformats.org/officeDocument/2006/relationships/tags" Target="../tags/tag1659.xml"/><Relationship Id="rId13" Type="http://schemas.openxmlformats.org/officeDocument/2006/relationships/tags" Target="../tags/tag1666.xml"/><Relationship Id="rId12" Type="http://schemas.openxmlformats.org/officeDocument/2006/relationships/tags" Target="../tags/tag1665.xml"/><Relationship Id="rId11" Type="http://schemas.openxmlformats.org/officeDocument/2006/relationships/tags" Target="../tags/tag1664.xml"/><Relationship Id="rId10" Type="http://schemas.openxmlformats.org/officeDocument/2006/relationships/tags" Target="../tags/tag1663.xml"/><Relationship Id="rId1" Type="http://schemas.openxmlformats.org/officeDocument/2006/relationships/slideMaster" Target="../slideMasters/slideMaster13.xml"/></Relationships>
</file>

<file path=ppt/slideLayouts/_rels/slideLayout223.xml.rels><?xml version="1.0" encoding="UTF-8" standalone="yes"?>
<Relationships xmlns="http://schemas.openxmlformats.org/package/2006/relationships"><Relationship Id="rId9" Type="http://schemas.openxmlformats.org/officeDocument/2006/relationships/tags" Target="../tags/tag1672.xml"/><Relationship Id="rId8" Type="http://schemas.openxmlformats.org/officeDocument/2006/relationships/tags" Target="../tags/tag1671.xml"/><Relationship Id="rId7" Type="http://schemas.openxmlformats.org/officeDocument/2006/relationships/tags" Target="../tags/tag1670.xml"/><Relationship Id="rId6" Type="http://schemas.openxmlformats.org/officeDocument/2006/relationships/tags" Target="../tags/tag166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68.xml"/><Relationship Id="rId2" Type="http://schemas.openxmlformats.org/officeDocument/2006/relationships/tags" Target="../tags/tag1667.xml"/><Relationship Id="rId13" Type="http://schemas.openxmlformats.org/officeDocument/2006/relationships/image" Target="../media/image13.svg"/><Relationship Id="rId12" Type="http://schemas.openxmlformats.org/officeDocument/2006/relationships/image" Target="../media/image8.png"/><Relationship Id="rId11" Type="http://schemas.openxmlformats.org/officeDocument/2006/relationships/tags" Target="../tags/tag1674.xml"/><Relationship Id="rId10" Type="http://schemas.openxmlformats.org/officeDocument/2006/relationships/tags" Target="../tags/tag1673.xml"/><Relationship Id="rId1" Type="http://schemas.openxmlformats.org/officeDocument/2006/relationships/slideMaster" Target="../slideMasters/slideMaster13.xml"/></Relationships>
</file>

<file path=ppt/slideLayouts/_rels/slideLayout224.xml.rels><?xml version="1.0" encoding="UTF-8" standalone="yes"?>
<Relationships xmlns="http://schemas.openxmlformats.org/package/2006/relationships"><Relationship Id="rId9" Type="http://schemas.openxmlformats.org/officeDocument/2006/relationships/tags" Target="../tags/tag167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7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76.xml"/><Relationship Id="rId2" Type="http://schemas.openxmlformats.org/officeDocument/2006/relationships/tags" Target="../tags/tag1675.xml"/><Relationship Id="rId16" Type="http://schemas.openxmlformats.org/officeDocument/2006/relationships/image" Target="../media/image13.svg"/><Relationship Id="rId15" Type="http://schemas.openxmlformats.org/officeDocument/2006/relationships/image" Target="../media/image8.png"/><Relationship Id="rId14" Type="http://schemas.openxmlformats.org/officeDocument/2006/relationships/tags" Target="../tags/tag1683.xml"/><Relationship Id="rId13" Type="http://schemas.openxmlformats.org/officeDocument/2006/relationships/tags" Target="../tags/tag1682.xml"/><Relationship Id="rId12" Type="http://schemas.openxmlformats.org/officeDocument/2006/relationships/tags" Target="../tags/tag1681.xml"/><Relationship Id="rId11" Type="http://schemas.openxmlformats.org/officeDocument/2006/relationships/tags" Target="../tags/tag1680.xml"/><Relationship Id="rId10" Type="http://schemas.openxmlformats.org/officeDocument/2006/relationships/tags" Target="../tags/tag1679.xml"/><Relationship Id="rId1" Type="http://schemas.openxmlformats.org/officeDocument/2006/relationships/slideMaster" Target="../slideMasters/slideMaster13.xml"/></Relationships>
</file>

<file path=ppt/slideLayouts/_rels/slideLayout225.xml.rels><?xml version="1.0" encoding="UTF-8" standalone="yes"?>
<Relationships xmlns="http://schemas.openxmlformats.org/package/2006/relationships"><Relationship Id="rId9" Type="http://schemas.openxmlformats.org/officeDocument/2006/relationships/tags" Target="../tags/tag168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8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85.xml"/><Relationship Id="rId2" Type="http://schemas.openxmlformats.org/officeDocument/2006/relationships/tags" Target="../tags/tag1684.xml"/><Relationship Id="rId14" Type="http://schemas.openxmlformats.org/officeDocument/2006/relationships/tags" Target="../tags/tag1692.xml"/><Relationship Id="rId13" Type="http://schemas.openxmlformats.org/officeDocument/2006/relationships/tags" Target="../tags/tag1691.xml"/><Relationship Id="rId12" Type="http://schemas.openxmlformats.org/officeDocument/2006/relationships/tags" Target="../tags/tag1690.xml"/><Relationship Id="rId11" Type="http://schemas.openxmlformats.org/officeDocument/2006/relationships/tags" Target="../tags/tag1689.xml"/><Relationship Id="rId10" Type="http://schemas.openxmlformats.org/officeDocument/2006/relationships/tags" Target="../tags/tag1688.xml"/><Relationship Id="rId1" Type="http://schemas.openxmlformats.org/officeDocument/2006/relationships/slideMaster" Target="../slideMasters/slideMaster13.xml"/></Relationships>
</file>

<file path=ppt/slideLayouts/_rels/slideLayout226.xml.rels><?xml version="1.0" encoding="UTF-8" standalone="yes"?>
<Relationships xmlns="http://schemas.openxmlformats.org/package/2006/relationships"><Relationship Id="rId9" Type="http://schemas.openxmlformats.org/officeDocument/2006/relationships/tags" Target="../tags/tag169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69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694.xml"/><Relationship Id="rId2" Type="http://schemas.openxmlformats.org/officeDocument/2006/relationships/tags" Target="../tags/tag1693.xml"/><Relationship Id="rId18" Type="http://schemas.openxmlformats.org/officeDocument/2006/relationships/image" Target="../media/image13.svg"/><Relationship Id="rId17" Type="http://schemas.openxmlformats.org/officeDocument/2006/relationships/image" Target="../media/image8.png"/><Relationship Id="rId16" Type="http://schemas.openxmlformats.org/officeDocument/2006/relationships/tags" Target="../tags/tag1703.xml"/><Relationship Id="rId15" Type="http://schemas.openxmlformats.org/officeDocument/2006/relationships/tags" Target="../tags/tag1702.xml"/><Relationship Id="rId14" Type="http://schemas.openxmlformats.org/officeDocument/2006/relationships/tags" Target="../tags/tag1701.xml"/><Relationship Id="rId13" Type="http://schemas.openxmlformats.org/officeDocument/2006/relationships/tags" Target="../tags/tag1700.xml"/><Relationship Id="rId12" Type="http://schemas.openxmlformats.org/officeDocument/2006/relationships/tags" Target="../tags/tag1699.xml"/><Relationship Id="rId11" Type="http://schemas.openxmlformats.org/officeDocument/2006/relationships/tags" Target="../tags/tag1698.xml"/><Relationship Id="rId10" Type="http://schemas.openxmlformats.org/officeDocument/2006/relationships/tags" Target="../tags/tag1697.xml"/><Relationship Id="rId1" Type="http://schemas.openxmlformats.org/officeDocument/2006/relationships/slideMaster" Target="../slideMasters/slideMaster13.xml"/></Relationships>
</file>

<file path=ppt/slideLayouts/_rels/slideLayout227.xml.rels><?xml version="1.0" encoding="UTF-8" standalone="yes"?>
<Relationships xmlns="http://schemas.openxmlformats.org/package/2006/relationships"><Relationship Id="rId9" Type="http://schemas.openxmlformats.org/officeDocument/2006/relationships/tags" Target="../tags/tag170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70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705.xml"/><Relationship Id="rId2" Type="http://schemas.openxmlformats.org/officeDocument/2006/relationships/tags" Target="../tags/tag1704.xml"/><Relationship Id="rId13" Type="http://schemas.openxmlformats.org/officeDocument/2006/relationships/tags" Target="../tags/tag1711.xml"/><Relationship Id="rId12" Type="http://schemas.openxmlformats.org/officeDocument/2006/relationships/tags" Target="../tags/tag1710.xml"/><Relationship Id="rId11" Type="http://schemas.openxmlformats.org/officeDocument/2006/relationships/tags" Target="../tags/tag1709.xml"/><Relationship Id="rId10" Type="http://schemas.openxmlformats.org/officeDocument/2006/relationships/tags" Target="../tags/tag1708.xml"/><Relationship Id="rId1" Type="http://schemas.openxmlformats.org/officeDocument/2006/relationships/slideMaster" Target="../slideMasters/slideMaster13.xml"/></Relationships>
</file>

<file path=ppt/slideLayouts/_rels/slideLayout228.xml.rels><?xml version="1.0" encoding="UTF-8" standalone="yes"?>
<Relationships xmlns="http://schemas.openxmlformats.org/package/2006/relationships"><Relationship Id="rId9" Type="http://schemas.openxmlformats.org/officeDocument/2006/relationships/tags" Target="../tags/tag1723.xml"/><Relationship Id="rId8" Type="http://schemas.openxmlformats.org/officeDocument/2006/relationships/tags" Target="../tags/tag1722.xml"/><Relationship Id="rId7" Type="http://schemas.openxmlformats.org/officeDocument/2006/relationships/tags" Target="../tags/tag1721.xml"/><Relationship Id="rId6" Type="http://schemas.openxmlformats.org/officeDocument/2006/relationships/tags" Target="../tags/tag1720.xml"/><Relationship Id="rId5" Type="http://schemas.openxmlformats.org/officeDocument/2006/relationships/tags" Target="../tags/tag171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718.xml"/><Relationship Id="rId1" Type="http://schemas.openxmlformats.org/officeDocument/2006/relationships/slideMaster" Target="../slideMasters/slideMaster14.xml"/></Relationships>
</file>

<file path=ppt/slideLayouts/_rels/slideLayout229.xml.rels><?xml version="1.0" encoding="UTF-8" standalone="yes"?>
<Relationships xmlns="http://schemas.openxmlformats.org/package/2006/relationships"><Relationship Id="rId9" Type="http://schemas.openxmlformats.org/officeDocument/2006/relationships/tags" Target="../tags/tag1729.xml"/><Relationship Id="rId8" Type="http://schemas.openxmlformats.org/officeDocument/2006/relationships/tags" Target="../tags/tag1728.xml"/><Relationship Id="rId7" Type="http://schemas.openxmlformats.org/officeDocument/2006/relationships/tags" Target="../tags/tag1727.xml"/><Relationship Id="rId6" Type="http://schemas.openxmlformats.org/officeDocument/2006/relationships/tags" Target="../tags/tag1726.xml"/><Relationship Id="rId5" Type="http://schemas.openxmlformats.org/officeDocument/2006/relationships/tags" Target="../tags/tag172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24.xml"/><Relationship Id="rId1" Type="http://schemas.openxmlformats.org/officeDocument/2006/relationships/slideMaster" Target="../slideMasters/slideMaster14.xml"/></Relationships>
</file>

<file path=ppt/slideLayouts/_rels/slideLayout230.xml.rels><?xml version="1.0" encoding="UTF-8" standalone="yes"?>
<Relationships xmlns="http://schemas.openxmlformats.org/package/2006/relationships"><Relationship Id="rId9" Type="http://schemas.openxmlformats.org/officeDocument/2006/relationships/tags" Target="../tags/tag1735.xml"/><Relationship Id="rId8" Type="http://schemas.openxmlformats.org/officeDocument/2006/relationships/tags" Target="../tags/tag1734.xml"/><Relationship Id="rId7" Type="http://schemas.openxmlformats.org/officeDocument/2006/relationships/tags" Target="../tags/tag1733.xml"/><Relationship Id="rId6" Type="http://schemas.openxmlformats.org/officeDocument/2006/relationships/tags" Target="../tags/tag1732.xml"/><Relationship Id="rId5" Type="http://schemas.openxmlformats.org/officeDocument/2006/relationships/tags" Target="../tags/tag1731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730.xml"/><Relationship Id="rId1" Type="http://schemas.openxmlformats.org/officeDocument/2006/relationships/slideMaster" Target="../slideMasters/slideMaster14.xml"/></Relationships>
</file>

<file path=ppt/slideLayouts/_rels/slideLayout231.xml.rels><?xml version="1.0" encoding="UTF-8" standalone="yes"?>
<Relationships xmlns="http://schemas.openxmlformats.org/package/2006/relationships"><Relationship Id="rId9" Type="http://schemas.openxmlformats.org/officeDocument/2006/relationships/tags" Target="../tags/tag1741.xml"/><Relationship Id="rId8" Type="http://schemas.openxmlformats.org/officeDocument/2006/relationships/tags" Target="../tags/tag1740.xml"/><Relationship Id="rId7" Type="http://schemas.openxmlformats.org/officeDocument/2006/relationships/tags" Target="../tags/tag1739.xml"/><Relationship Id="rId6" Type="http://schemas.openxmlformats.org/officeDocument/2006/relationships/tags" Target="../tags/tag1738.xml"/><Relationship Id="rId5" Type="http://schemas.openxmlformats.org/officeDocument/2006/relationships/tags" Target="../tags/tag173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36.xml"/><Relationship Id="rId10" Type="http://schemas.openxmlformats.org/officeDocument/2006/relationships/tags" Target="../tags/tag1742.xml"/><Relationship Id="rId1" Type="http://schemas.openxmlformats.org/officeDocument/2006/relationships/slideMaster" Target="../slideMasters/slideMaster14.xml"/></Relationships>
</file>

<file path=ppt/slideLayouts/_rels/slideLayout232.xml.rels><?xml version="1.0" encoding="UTF-8" standalone="yes"?>
<Relationships xmlns="http://schemas.openxmlformats.org/package/2006/relationships"><Relationship Id="rId9" Type="http://schemas.openxmlformats.org/officeDocument/2006/relationships/tags" Target="../tags/tag1748.xml"/><Relationship Id="rId8" Type="http://schemas.openxmlformats.org/officeDocument/2006/relationships/tags" Target="../tags/tag1747.xml"/><Relationship Id="rId7" Type="http://schemas.openxmlformats.org/officeDocument/2006/relationships/tags" Target="../tags/tag1746.xml"/><Relationship Id="rId6" Type="http://schemas.openxmlformats.org/officeDocument/2006/relationships/tags" Target="../tags/tag1745.xml"/><Relationship Id="rId5" Type="http://schemas.openxmlformats.org/officeDocument/2006/relationships/tags" Target="../tags/tag174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43.xml"/><Relationship Id="rId12" Type="http://schemas.openxmlformats.org/officeDocument/2006/relationships/tags" Target="../tags/tag1751.xml"/><Relationship Id="rId11" Type="http://schemas.openxmlformats.org/officeDocument/2006/relationships/tags" Target="../tags/tag1750.xml"/><Relationship Id="rId10" Type="http://schemas.openxmlformats.org/officeDocument/2006/relationships/tags" Target="../tags/tag1749.xml"/><Relationship Id="rId1" Type="http://schemas.openxmlformats.org/officeDocument/2006/relationships/slideMaster" Target="../slideMasters/slideMaster14.xml"/></Relationships>
</file>

<file path=ppt/slideLayouts/_rels/slideLayout233.xml.rels><?xml version="1.0" encoding="UTF-8" standalone="yes"?>
<Relationships xmlns="http://schemas.openxmlformats.org/package/2006/relationships"><Relationship Id="rId9" Type="http://schemas.openxmlformats.org/officeDocument/2006/relationships/tags" Target="../tags/tag1757.xml"/><Relationship Id="rId8" Type="http://schemas.openxmlformats.org/officeDocument/2006/relationships/tags" Target="../tags/tag1756.xml"/><Relationship Id="rId7" Type="http://schemas.openxmlformats.org/officeDocument/2006/relationships/tags" Target="../tags/tag1755.xml"/><Relationship Id="rId6" Type="http://schemas.openxmlformats.org/officeDocument/2006/relationships/tags" Target="../tags/tag1754.xml"/><Relationship Id="rId5" Type="http://schemas.openxmlformats.org/officeDocument/2006/relationships/tags" Target="../tags/tag1753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752.xml"/><Relationship Id="rId1" Type="http://schemas.openxmlformats.org/officeDocument/2006/relationships/slideMaster" Target="../slideMasters/slideMaster14.xml"/></Relationships>
</file>

<file path=ppt/slideLayouts/_rels/slideLayout234.xml.rels><?xml version="1.0" encoding="UTF-8" standalone="yes"?>
<Relationships xmlns="http://schemas.openxmlformats.org/package/2006/relationships"><Relationship Id="rId4" Type="http://schemas.openxmlformats.org/officeDocument/2006/relationships/tags" Target="../tags/tag1760.xml"/><Relationship Id="rId3" Type="http://schemas.openxmlformats.org/officeDocument/2006/relationships/tags" Target="../tags/tag1759.xml"/><Relationship Id="rId2" Type="http://schemas.openxmlformats.org/officeDocument/2006/relationships/tags" Target="../tags/tag1758.xml"/><Relationship Id="rId1" Type="http://schemas.openxmlformats.org/officeDocument/2006/relationships/slideMaster" Target="../slideMasters/slideMaster14.xml"/></Relationships>
</file>

<file path=ppt/slideLayouts/_rels/slideLayout235.xml.rels><?xml version="1.0" encoding="UTF-8" standalone="yes"?>
<Relationships xmlns="http://schemas.openxmlformats.org/package/2006/relationships"><Relationship Id="rId9" Type="http://schemas.openxmlformats.org/officeDocument/2006/relationships/tags" Target="../tags/tag1764.xml"/><Relationship Id="rId8" Type="http://schemas.openxmlformats.org/officeDocument/2006/relationships/tags" Target="../tags/tag17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6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61.xml"/><Relationship Id="rId13" Type="http://schemas.openxmlformats.org/officeDocument/2006/relationships/tags" Target="../tags/tag1768.xml"/><Relationship Id="rId12" Type="http://schemas.openxmlformats.org/officeDocument/2006/relationships/tags" Target="../tags/tag1767.xml"/><Relationship Id="rId11" Type="http://schemas.openxmlformats.org/officeDocument/2006/relationships/tags" Target="../tags/tag1766.xml"/><Relationship Id="rId10" Type="http://schemas.openxmlformats.org/officeDocument/2006/relationships/tags" Target="../tags/tag1765.xml"/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9" Type="http://schemas.openxmlformats.org/officeDocument/2006/relationships/tags" Target="../tags/tag1772.xml"/><Relationship Id="rId8" Type="http://schemas.openxmlformats.org/officeDocument/2006/relationships/tags" Target="../tags/tag177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7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69.xml"/><Relationship Id="rId12" Type="http://schemas.openxmlformats.org/officeDocument/2006/relationships/tags" Target="../tags/tag1775.xml"/><Relationship Id="rId11" Type="http://schemas.openxmlformats.org/officeDocument/2006/relationships/tags" Target="../tags/tag1774.xml"/><Relationship Id="rId10" Type="http://schemas.openxmlformats.org/officeDocument/2006/relationships/tags" Target="../tags/tag1773.xml"/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9" Type="http://schemas.openxmlformats.org/officeDocument/2006/relationships/tags" Target="../tags/tag1779.xml"/><Relationship Id="rId8" Type="http://schemas.openxmlformats.org/officeDocument/2006/relationships/tags" Target="../tags/tag177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7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76.xml"/><Relationship Id="rId11" Type="http://schemas.openxmlformats.org/officeDocument/2006/relationships/tags" Target="../tags/tag1781.xml"/><Relationship Id="rId10" Type="http://schemas.openxmlformats.org/officeDocument/2006/relationships/tags" Target="../tags/tag1780.xml"/><Relationship Id="rId1" Type="http://schemas.openxmlformats.org/officeDocument/2006/relationships/slideMaster" Target="../slideMasters/slideMaster14.xml"/></Relationships>
</file>

<file path=ppt/slideLayouts/_rels/slideLayout238.xml.rels><?xml version="1.0" encoding="UTF-8" standalone="yes"?>
<Relationships xmlns="http://schemas.openxmlformats.org/package/2006/relationships"><Relationship Id="rId9" Type="http://schemas.openxmlformats.org/officeDocument/2006/relationships/tags" Target="../tags/tag1787.xml"/><Relationship Id="rId8" Type="http://schemas.openxmlformats.org/officeDocument/2006/relationships/tags" Target="../tags/tag1786.xml"/><Relationship Id="rId7" Type="http://schemas.openxmlformats.org/officeDocument/2006/relationships/tags" Target="../tags/tag1785.xml"/><Relationship Id="rId6" Type="http://schemas.openxmlformats.org/officeDocument/2006/relationships/tags" Target="../tags/tag1784.xml"/><Relationship Id="rId5" Type="http://schemas.openxmlformats.org/officeDocument/2006/relationships/tags" Target="../tags/tag178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782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1790.xml"/><Relationship Id="rId11" Type="http://schemas.openxmlformats.org/officeDocument/2006/relationships/tags" Target="../tags/tag1789.xml"/><Relationship Id="rId10" Type="http://schemas.openxmlformats.org/officeDocument/2006/relationships/tags" Target="../tags/tag1788.xml"/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9" Type="http://schemas.openxmlformats.org/officeDocument/2006/relationships/tags" Target="../tags/tag1794.xml"/><Relationship Id="rId8" Type="http://schemas.openxmlformats.org/officeDocument/2006/relationships/tags" Target="../tags/tag179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9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91.xml"/><Relationship Id="rId11" Type="http://schemas.openxmlformats.org/officeDocument/2006/relationships/tags" Target="../tags/tag1796.xml"/><Relationship Id="rId10" Type="http://schemas.openxmlformats.org/officeDocument/2006/relationships/tags" Target="../tags/tag1795.xml"/><Relationship Id="rId1" Type="http://schemas.openxmlformats.org/officeDocument/2006/relationships/slideMaster" Target="../slideMasters/slideMaster14.xml"/></Relationships>
</file>

<file path=ppt/slideLayouts/_rels/slideLayout240.xml.rels><?xml version="1.0" encoding="UTF-8" standalone="yes"?>
<Relationships xmlns="http://schemas.openxmlformats.org/package/2006/relationships"><Relationship Id="rId9" Type="http://schemas.openxmlformats.org/officeDocument/2006/relationships/tags" Target="../tags/tag180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79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798.xml"/><Relationship Id="rId2" Type="http://schemas.openxmlformats.org/officeDocument/2006/relationships/tags" Target="../tags/tag1797.xml"/><Relationship Id="rId13" Type="http://schemas.openxmlformats.org/officeDocument/2006/relationships/tags" Target="../tags/tag1804.xml"/><Relationship Id="rId12" Type="http://schemas.openxmlformats.org/officeDocument/2006/relationships/tags" Target="../tags/tag1803.xml"/><Relationship Id="rId11" Type="http://schemas.openxmlformats.org/officeDocument/2006/relationships/tags" Target="../tags/tag1802.xml"/><Relationship Id="rId10" Type="http://schemas.openxmlformats.org/officeDocument/2006/relationships/tags" Target="../tags/tag1801.xml"/><Relationship Id="rId1" Type="http://schemas.openxmlformats.org/officeDocument/2006/relationships/slideMaster" Target="../slideMasters/slideMaster14.xml"/></Relationships>
</file>

<file path=ppt/slideLayouts/_rels/slideLayout241.xml.rels><?xml version="1.0" encoding="UTF-8" standalone="yes"?>
<Relationships xmlns="http://schemas.openxmlformats.org/package/2006/relationships"><Relationship Id="rId9" Type="http://schemas.openxmlformats.org/officeDocument/2006/relationships/tags" Target="../tags/tag1810.xml"/><Relationship Id="rId8" Type="http://schemas.openxmlformats.org/officeDocument/2006/relationships/tags" Target="../tags/tag1809.xml"/><Relationship Id="rId7" Type="http://schemas.openxmlformats.org/officeDocument/2006/relationships/tags" Target="../tags/tag1808.xml"/><Relationship Id="rId6" Type="http://schemas.openxmlformats.org/officeDocument/2006/relationships/tags" Target="../tags/tag180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06.xml"/><Relationship Id="rId2" Type="http://schemas.openxmlformats.org/officeDocument/2006/relationships/tags" Target="../tags/tag1805.xml"/><Relationship Id="rId13" Type="http://schemas.openxmlformats.org/officeDocument/2006/relationships/image" Target="../media/image11.svg"/><Relationship Id="rId12" Type="http://schemas.openxmlformats.org/officeDocument/2006/relationships/image" Target="../media/image8.png"/><Relationship Id="rId11" Type="http://schemas.openxmlformats.org/officeDocument/2006/relationships/tags" Target="../tags/tag1812.xml"/><Relationship Id="rId10" Type="http://schemas.openxmlformats.org/officeDocument/2006/relationships/tags" Target="../tags/tag1811.xml"/><Relationship Id="rId1" Type="http://schemas.openxmlformats.org/officeDocument/2006/relationships/slideMaster" Target="../slideMasters/slideMaster14.xml"/></Relationships>
</file>

<file path=ppt/slideLayouts/_rels/slideLayout242.xml.rels><?xml version="1.0" encoding="UTF-8" standalone="yes"?>
<Relationships xmlns="http://schemas.openxmlformats.org/package/2006/relationships"><Relationship Id="rId9" Type="http://schemas.openxmlformats.org/officeDocument/2006/relationships/tags" Target="../tags/tag181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1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14.xml"/><Relationship Id="rId2" Type="http://schemas.openxmlformats.org/officeDocument/2006/relationships/tags" Target="../tags/tag1813.xml"/><Relationship Id="rId16" Type="http://schemas.openxmlformats.org/officeDocument/2006/relationships/image" Target="../media/image11.svg"/><Relationship Id="rId15" Type="http://schemas.openxmlformats.org/officeDocument/2006/relationships/image" Target="../media/image8.png"/><Relationship Id="rId14" Type="http://schemas.openxmlformats.org/officeDocument/2006/relationships/tags" Target="../tags/tag1821.xml"/><Relationship Id="rId13" Type="http://schemas.openxmlformats.org/officeDocument/2006/relationships/tags" Target="../tags/tag1820.xml"/><Relationship Id="rId12" Type="http://schemas.openxmlformats.org/officeDocument/2006/relationships/tags" Target="../tags/tag1819.xml"/><Relationship Id="rId11" Type="http://schemas.openxmlformats.org/officeDocument/2006/relationships/tags" Target="../tags/tag1818.xml"/><Relationship Id="rId10" Type="http://schemas.openxmlformats.org/officeDocument/2006/relationships/tags" Target="../tags/tag1817.xml"/><Relationship Id="rId1" Type="http://schemas.openxmlformats.org/officeDocument/2006/relationships/slideMaster" Target="../slideMasters/slideMaster14.xml"/></Relationships>
</file>

<file path=ppt/slideLayouts/_rels/slideLayout243.xml.rels><?xml version="1.0" encoding="UTF-8" standalone="yes"?>
<Relationships xmlns="http://schemas.openxmlformats.org/package/2006/relationships"><Relationship Id="rId9" Type="http://schemas.openxmlformats.org/officeDocument/2006/relationships/tags" Target="../tags/tag182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2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23.xml"/><Relationship Id="rId2" Type="http://schemas.openxmlformats.org/officeDocument/2006/relationships/tags" Target="../tags/tag1822.xml"/><Relationship Id="rId14" Type="http://schemas.openxmlformats.org/officeDocument/2006/relationships/tags" Target="../tags/tag1830.xml"/><Relationship Id="rId13" Type="http://schemas.openxmlformats.org/officeDocument/2006/relationships/tags" Target="../tags/tag1829.xml"/><Relationship Id="rId12" Type="http://schemas.openxmlformats.org/officeDocument/2006/relationships/tags" Target="../tags/tag1828.xml"/><Relationship Id="rId11" Type="http://schemas.openxmlformats.org/officeDocument/2006/relationships/tags" Target="../tags/tag1827.xml"/><Relationship Id="rId10" Type="http://schemas.openxmlformats.org/officeDocument/2006/relationships/tags" Target="../tags/tag1826.xml"/><Relationship Id="rId1" Type="http://schemas.openxmlformats.org/officeDocument/2006/relationships/slideMaster" Target="../slideMasters/slideMaster14.xml"/></Relationships>
</file>

<file path=ppt/slideLayouts/_rels/slideLayout244.xml.rels><?xml version="1.0" encoding="UTF-8" standalone="yes"?>
<Relationships xmlns="http://schemas.openxmlformats.org/package/2006/relationships"><Relationship Id="rId9" Type="http://schemas.openxmlformats.org/officeDocument/2006/relationships/tags" Target="../tags/tag183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3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32.xml"/><Relationship Id="rId2" Type="http://schemas.openxmlformats.org/officeDocument/2006/relationships/tags" Target="../tags/tag1831.xml"/><Relationship Id="rId18" Type="http://schemas.openxmlformats.org/officeDocument/2006/relationships/image" Target="../media/image11.svg"/><Relationship Id="rId17" Type="http://schemas.openxmlformats.org/officeDocument/2006/relationships/image" Target="../media/image8.png"/><Relationship Id="rId16" Type="http://schemas.openxmlformats.org/officeDocument/2006/relationships/tags" Target="../tags/tag1841.xml"/><Relationship Id="rId15" Type="http://schemas.openxmlformats.org/officeDocument/2006/relationships/tags" Target="../tags/tag1840.xml"/><Relationship Id="rId14" Type="http://schemas.openxmlformats.org/officeDocument/2006/relationships/tags" Target="../tags/tag1839.xml"/><Relationship Id="rId13" Type="http://schemas.openxmlformats.org/officeDocument/2006/relationships/tags" Target="../tags/tag1838.xml"/><Relationship Id="rId12" Type="http://schemas.openxmlformats.org/officeDocument/2006/relationships/tags" Target="../tags/tag1837.xml"/><Relationship Id="rId11" Type="http://schemas.openxmlformats.org/officeDocument/2006/relationships/tags" Target="../tags/tag1836.xml"/><Relationship Id="rId10" Type="http://schemas.openxmlformats.org/officeDocument/2006/relationships/tags" Target="../tags/tag1835.xml"/><Relationship Id="rId1" Type="http://schemas.openxmlformats.org/officeDocument/2006/relationships/slideMaster" Target="../slideMasters/slideMaster14.xml"/></Relationships>
</file>

<file path=ppt/slideLayouts/_rels/slideLayout245.xml.rels><?xml version="1.0" encoding="UTF-8" standalone="yes"?>
<Relationships xmlns="http://schemas.openxmlformats.org/package/2006/relationships"><Relationship Id="rId9" Type="http://schemas.openxmlformats.org/officeDocument/2006/relationships/tags" Target="../tags/tag184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84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843.xml"/><Relationship Id="rId2" Type="http://schemas.openxmlformats.org/officeDocument/2006/relationships/tags" Target="../tags/tag1842.xml"/><Relationship Id="rId13" Type="http://schemas.openxmlformats.org/officeDocument/2006/relationships/tags" Target="../tags/tag1849.xml"/><Relationship Id="rId12" Type="http://schemas.openxmlformats.org/officeDocument/2006/relationships/tags" Target="../tags/tag1848.xml"/><Relationship Id="rId11" Type="http://schemas.openxmlformats.org/officeDocument/2006/relationships/tags" Target="../tags/tag1847.xml"/><Relationship Id="rId10" Type="http://schemas.openxmlformats.org/officeDocument/2006/relationships/tags" Target="../tags/tag1846.xml"/><Relationship Id="rId1" Type="http://schemas.openxmlformats.org/officeDocument/2006/relationships/slideMaster" Target="../slideMasters/slideMaster14.xml"/></Relationships>
</file>

<file path=ppt/slideLayouts/_rels/slideLayout246.xml.rels><?xml version="1.0" encoding="UTF-8" standalone="yes"?>
<Relationships xmlns="http://schemas.openxmlformats.org/package/2006/relationships"><Relationship Id="rId9" Type="http://schemas.openxmlformats.org/officeDocument/2006/relationships/tags" Target="../tags/tag1861.xml"/><Relationship Id="rId8" Type="http://schemas.openxmlformats.org/officeDocument/2006/relationships/tags" Target="../tags/tag1860.xml"/><Relationship Id="rId7" Type="http://schemas.openxmlformats.org/officeDocument/2006/relationships/tags" Target="../tags/tag1859.xml"/><Relationship Id="rId6" Type="http://schemas.openxmlformats.org/officeDocument/2006/relationships/tags" Target="../tags/tag1858.xml"/><Relationship Id="rId5" Type="http://schemas.openxmlformats.org/officeDocument/2006/relationships/tags" Target="../tags/tag185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856.xml"/><Relationship Id="rId1" Type="http://schemas.openxmlformats.org/officeDocument/2006/relationships/slideMaster" Target="../slideMasters/slideMaster15.xml"/></Relationships>
</file>

<file path=ppt/slideLayouts/_rels/slideLayout247.xml.rels><?xml version="1.0" encoding="UTF-8" standalone="yes"?>
<Relationships xmlns="http://schemas.openxmlformats.org/package/2006/relationships"><Relationship Id="rId9" Type="http://schemas.openxmlformats.org/officeDocument/2006/relationships/tags" Target="../tags/tag1867.xml"/><Relationship Id="rId8" Type="http://schemas.openxmlformats.org/officeDocument/2006/relationships/tags" Target="../tags/tag1866.xml"/><Relationship Id="rId7" Type="http://schemas.openxmlformats.org/officeDocument/2006/relationships/tags" Target="../tags/tag1865.xml"/><Relationship Id="rId6" Type="http://schemas.openxmlformats.org/officeDocument/2006/relationships/tags" Target="../tags/tag1864.xml"/><Relationship Id="rId5" Type="http://schemas.openxmlformats.org/officeDocument/2006/relationships/tags" Target="../tags/tag186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62.xml"/><Relationship Id="rId1" Type="http://schemas.openxmlformats.org/officeDocument/2006/relationships/slideMaster" Target="../slideMasters/slideMaster15.xml"/></Relationships>
</file>

<file path=ppt/slideLayouts/_rels/slideLayout248.xml.rels><?xml version="1.0" encoding="UTF-8" standalone="yes"?>
<Relationships xmlns="http://schemas.openxmlformats.org/package/2006/relationships"><Relationship Id="rId9" Type="http://schemas.openxmlformats.org/officeDocument/2006/relationships/tags" Target="../tags/tag1873.xml"/><Relationship Id="rId8" Type="http://schemas.openxmlformats.org/officeDocument/2006/relationships/tags" Target="../tags/tag1872.xml"/><Relationship Id="rId7" Type="http://schemas.openxmlformats.org/officeDocument/2006/relationships/tags" Target="../tags/tag1871.xml"/><Relationship Id="rId6" Type="http://schemas.openxmlformats.org/officeDocument/2006/relationships/tags" Target="../tags/tag1870.xml"/><Relationship Id="rId5" Type="http://schemas.openxmlformats.org/officeDocument/2006/relationships/tags" Target="../tags/tag1869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868.xml"/><Relationship Id="rId1" Type="http://schemas.openxmlformats.org/officeDocument/2006/relationships/slideMaster" Target="../slideMasters/slideMaster15.xml"/></Relationships>
</file>

<file path=ppt/slideLayouts/_rels/slideLayout249.xml.rels><?xml version="1.0" encoding="UTF-8" standalone="yes"?>
<Relationships xmlns="http://schemas.openxmlformats.org/package/2006/relationships"><Relationship Id="rId9" Type="http://schemas.openxmlformats.org/officeDocument/2006/relationships/tags" Target="../tags/tag1879.xml"/><Relationship Id="rId8" Type="http://schemas.openxmlformats.org/officeDocument/2006/relationships/tags" Target="../tags/tag1878.xml"/><Relationship Id="rId7" Type="http://schemas.openxmlformats.org/officeDocument/2006/relationships/tags" Target="../tags/tag1877.xml"/><Relationship Id="rId6" Type="http://schemas.openxmlformats.org/officeDocument/2006/relationships/tags" Target="../tags/tag1876.xml"/><Relationship Id="rId5" Type="http://schemas.openxmlformats.org/officeDocument/2006/relationships/tags" Target="../tags/tag187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74.xml"/><Relationship Id="rId10" Type="http://schemas.openxmlformats.org/officeDocument/2006/relationships/tags" Target="../tags/tag1880.xml"/><Relationship Id="rId1" Type="http://schemas.openxmlformats.org/officeDocument/2006/relationships/slideMaster" Target="../slideMasters/slideMaster15.xml"/></Relationships>
</file>

<file path=ppt/slideLayouts/_rels/slideLayout250.xml.rels><?xml version="1.0" encoding="UTF-8" standalone="yes"?>
<Relationships xmlns="http://schemas.openxmlformats.org/package/2006/relationships"><Relationship Id="rId9" Type="http://schemas.openxmlformats.org/officeDocument/2006/relationships/tags" Target="../tags/tag1886.xml"/><Relationship Id="rId8" Type="http://schemas.openxmlformats.org/officeDocument/2006/relationships/tags" Target="../tags/tag1885.xml"/><Relationship Id="rId7" Type="http://schemas.openxmlformats.org/officeDocument/2006/relationships/tags" Target="../tags/tag1884.xml"/><Relationship Id="rId6" Type="http://schemas.openxmlformats.org/officeDocument/2006/relationships/tags" Target="../tags/tag1883.xml"/><Relationship Id="rId5" Type="http://schemas.openxmlformats.org/officeDocument/2006/relationships/tags" Target="../tags/tag188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81.xml"/><Relationship Id="rId12" Type="http://schemas.openxmlformats.org/officeDocument/2006/relationships/tags" Target="../tags/tag1889.xml"/><Relationship Id="rId11" Type="http://schemas.openxmlformats.org/officeDocument/2006/relationships/tags" Target="../tags/tag1888.xml"/><Relationship Id="rId10" Type="http://schemas.openxmlformats.org/officeDocument/2006/relationships/tags" Target="../tags/tag1887.xml"/><Relationship Id="rId1" Type="http://schemas.openxmlformats.org/officeDocument/2006/relationships/slideMaster" Target="../slideMasters/slideMaster15.xml"/></Relationships>
</file>

<file path=ppt/slideLayouts/_rels/slideLayout251.xml.rels><?xml version="1.0" encoding="UTF-8" standalone="yes"?>
<Relationships xmlns="http://schemas.openxmlformats.org/package/2006/relationships"><Relationship Id="rId9" Type="http://schemas.openxmlformats.org/officeDocument/2006/relationships/tags" Target="../tags/tag1895.xml"/><Relationship Id="rId8" Type="http://schemas.openxmlformats.org/officeDocument/2006/relationships/tags" Target="../tags/tag1894.xml"/><Relationship Id="rId7" Type="http://schemas.openxmlformats.org/officeDocument/2006/relationships/tags" Target="../tags/tag1893.xml"/><Relationship Id="rId6" Type="http://schemas.openxmlformats.org/officeDocument/2006/relationships/tags" Target="../tags/tag1892.xml"/><Relationship Id="rId5" Type="http://schemas.openxmlformats.org/officeDocument/2006/relationships/tags" Target="../tags/tag1891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890.xml"/><Relationship Id="rId1" Type="http://schemas.openxmlformats.org/officeDocument/2006/relationships/slideMaster" Target="../slideMasters/slideMaster15.xml"/></Relationships>
</file>

<file path=ppt/slideLayouts/_rels/slideLayout252.xml.rels><?xml version="1.0" encoding="UTF-8" standalone="yes"?>
<Relationships xmlns="http://schemas.openxmlformats.org/package/2006/relationships"><Relationship Id="rId4" Type="http://schemas.openxmlformats.org/officeDocument/2006/relationships/tags" Target="../tags/tag1898.xml"/><Relationship Id="rId3" Type="http://schemas.openxmlformats.org/officeDocument/2006/relationships/tags" Target="../tags/tag1897.xml"/><Relationship Id="rId2" Type="http://schemas.openxmlformats.org/officeDocument/2006/relationships/tags" Target="../tags/tag1896.xml"/><Relationship Id="rId1" Type="http://schemas.openxmlformats.org/officeDocument/2006/relationships/slideMaster" Target="../slideMasters/slideMaster15.xml"/></Relationships>
</file>

<file path=ppt/slideLayouts/_rels/slideLayout253.xml.rels><?xml version="1.0" encoding="UTF-8" standalone="yes"?>
<Relationships xmlns="http://schemas.openxmlformats.org/package/2006/relationships"><Relationship Id="rId9" Type="http://schemas.openxmlformats.org/officeDocument/2006/relationships/tags" Target="../tags/tag1902.xml"/><Relationship Id="rId8" Type="http://schemas.openxmlformats.org/officeDocument/2006/relationships/tags" Target="../tags/tag190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0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899.xml"/><Relationship Id="rId13" Type="http://schemas.openxmlformats.org/officeDocument/2006/relationships/tags" Target="../tags/tag1906.xml"/><Relationship Id="rId12" Type="http://schemas.openxmlformats.org/officeDocument/2006/relationships/tags" Target="../tags/tag1905.xml"/><Relationship Id="rId11" Type="http://schemas.openxmlformats.org/officeDocument/2006/relationships/tags" Target="../tags/tag1904.xml"/><Relationship Id="rId10" Type="http://schemas.openxmlformats.org/officeDocument/2006/relationships/tags" Target="../tags/tag1903.xml"/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9" Type="http://schemas.openxmlformats.org/officeDocument/2006/relationships/tags" Target="../tags/tag1910.xml"/><Relationship Id="rId8" Type="http://schemas.openxmlformats.org/officeDocument/2006/relationships/tags" Target="../tags/tag190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0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07.xml"/><Relationship Id="rId12" Type="http://schemas.openxmlformats.org/officeDocument/2006/relationships/tags" Target="../tags/tag1913.xml"/><Relationship Id="rId11" Type="http://schemas.openxmlformats.org/officeDocument/2006/relationships/tags" Target="../tags/tag1912.xml"/><Relationship Id="rId10" Type="http://schemas.openxmlformats.org/officeDocument/2006/relationships/tags" Target="../tags/tag1911.xml"/><Relationship Id="rId1" Type="http://schemas.openxmlformats.org/officeDocument/2006/relationships/slideMaster" Target="../slideMasters/slideMaster15.xml"/></Relationships>
</file>

<file path=ppt/slideLayouts/_rels/slideLayout255.xml.rels><?xml version="1.0" encoding="UTF-8" standalone="yes"?>
<Relationships xmlns="http://schemas.openxmlformats.org/package/2006/relationships"><Relationship Id="rId9" Type="http://schemas.openxmlformats.org/officeDocument/2006/relationships/tags" Target="../tags/tag1917.xml"/><Relationship Id="rId8" Type="http://schemas.openxmlformats.org/officeDocument/2006/relationships/tags" Target="../tags/tag191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1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14.xml"/><Relationship Id="rId11" Type="http://schemas.openxmlformats.org/officeDocument/2006/relationships/tags" Target="../tags/tag1919.xml"/><Relationship Id="rId10" Type="http://schemas.openxmlformats.org/officeDocument/2006/relationships/tags" Target="../tags/tag1918.xml"/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9" Type="http://schemas.openxmlformats.org/officeDocument/2006/relationships/tags" Target="../tags/tag1925.xml"/><Relationship Id="rId8" Type="http://schemas.openxmlformats.org/officeDocument/2006/relationships/tags" Target="../tags/tag1924.xml"/><Relationship Id="rId7" Type="http://schemas.openxmlformats.org/officeDocument/2006/relationships/tags" Target="../tags/tag1923.xml"/><Relationship Id="rId6" Type="http://schemas.openxmlformats.org/officeDocument/2006/relationships/tags" Target="../tags/tag1922.xml"/><Relationship Id="rId5" Type="http://schemas.openxmlformats.org/officeDocument/2006/relationships/tags" Target="../tags/tag1921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920.xml"/><Relationship Id="rId14" Type="http://schemas.openxmlformats.org/officeDocument/2006/relationships/image" Target="../media/image14.svg"/><Relationship Id="rId13" Type="http://schemas.openxmlformats.org/officeDocument/2006/relationships/image" Target="../media/image8.png"/><Relationship Id="rId12" Type="http://schemas.openxmlformats.org/officeDocument/2006/relationships/tags" Target="../tags/tag1928.xml"/><Relationship Id="rId11" Type="http://schemas.openxmlformats.org/officeDocument/2006/relationships/tags" Target="../tags/tag1927.xml"/><Relationship Id="rId10" Type="http://schemas.openxmlformats.org/officeDocument/2006/relationships/tags" Target="../tags/tag1926.xml"/><Relationship Id="rId1" Type="http://schemas.openxmlformats.org/officeDocument/2006/relationships/slideMaster" Target="../slideMasters/slideMaster15.xml"/></Relationships>
</file>

<file path=ppt/slideLayouts/_rels/slideLayout257.xml.rels><?xml version="1.0" encoding="UTF-8" standalone="yes"?>
<Relationships xmlns="http://schemas.openxmlformats.org/package/2006/relationships"><Relationship Id="rId9" Type="http://schemas.openxmlformats.org/officeDocument/2006/relationships/tags" Target="../tags/tag1932.xml"/><Relationship Id="rId8" Type="http://schemas.openxmlformats.org/officeDocument/2006/relationships/tags" Target="../tags/tag193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93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929.xml"/><Relationship Id="rId11" Type="http://schemas.openxmlformats.org/officeDocument/2006/relationships/tags" Target="../tags/tag1934.xml"/><Relationship Id="rId10" Type="http://schemas.openxmlformats.org/officeDocument/2006/relationships/tags" Target="../tags/tag1933.xml"/><Relationship Id="rId1" Type="http://schemas.openxmlformats.org/officeDocument/2006/relationships/slideMaster" Target="../slideMasters/slideMaster15.xml"/></Relationships>
</file>

<file path=ppt/slideLayouts/_rels/slideLayout258.xml.rels><?xml version="1.0" encoding="UTF-8" standalone="yes"?>
<Relationships xmlns="http://schemas.openxmlformats.org/package/2006/relationships"><Relationship Id="rId9" Type="http://schemas.openxmlformats.org/officeDocument/2006/relationships/tags" Target="../tags/tag193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3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36.xml"/><Relationship Id="rId2" Type="http://schemas.openxmlformats.org/officeDocument/2006/relationships/tags" Target="../tags/tag1935.xml"/><Relationship Id="rId13" Type="http://schemas.openxmlformats.org/officeDocument/2006/relationships/tags" Target="../tags/tag1942.xml"/><Relationship Id="rId12" Type="http://schemas.openxmlformats.org/officeDocument/2006/relationships/tags" Target="../tags/tag1941.xml"/><Relationship Id="rId11" Type="http://schemas.openxmlformats.org/officeDocument/2006/relationships/tags" Target="../tags/tag1940.xml"/><Relationship Id="rId10" Type="http://schemas.openxmlformats.org/officeDocument/2006/relationships/tags" Target="../tags/tag1939.xml"/><Relationship Id="rId1" Type="http://schemas.openxmlformats.org/officeDocument/2006/relationships/slideMaster" Target="../slideMasters/slideMaster15.xml"/></Relationships>
</file>

<file path=ppt/slideLayouts/_rels/slideLayout259.xml.rels><?xml version="1.0" encoding="UTF-8" standalone="yes"?>
<Relationships xmlns="http://schemas.openxmlformats.org/package/2006/relationships"><Relationship Id="rId9" Type="http://schemas.openxmlformats.org/officeDocument/2006/relationships/tags" Target="../tags/tag1948.xml"/><Relationship Id="rId8" Type="http://schemas.openxmlformats.org/officeDocument/2006/relationships/tags" Target="../tags/tag1947.xml"/><Relationship Id="rId7" Type="http://schemas.openxmlformats.org/officeDocument/2006/relationships/tags" Target="../tags/tag1946.xml"/><Relationship Id="rId6" Type="http://schemas.openxmlformats.org/officeDocument/2006/relationships/tags" Target="../tags/tag194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44.xml"/><Relationship Id="rId2" Type="http://schemas.openxmlformats.org/officeDocument/2006/relationships/tags" Target="../tags/tag1943.xml"/><Relationship Id="rId13" Type="http://schemas.openxmlformats.org/officeDocument/2006/relationships/image" Target="../media/image14.svg"/><Relationship Id="rId12" Type="http://schemas.openxmlformats.org/officeDocument/2006/relationships/image" Target="../media/image8.png"/><Relationship Id="rId11" Type="http://schemas.openxmlformats.org/officeDocument/2006/relationships/tags" Target="../tags/tag1950.xml"/><Relationship Id="rId10" Type="http://schemas.openxmlformats.org/officeDocument/2006/relationships/tags" Target="../tags/tag1949.xml"/><Relationship Id="rId1" Type="http://schemas.openxmlformats.org/officeDocument/2006/relationships/slideMaster" Target="../slideMasters/slideMaster15.xml"/></Relationships>
</file>

<file path=ppt/slideLayouts/_rels/slideLayout260.xml.rels><?xml version="1.0" encoding="UTF-8" standalone="yes"?>
<Relationships xmlns="http://schemas.openxmlformats.org/package/2006/relationships"><Relationship Id="rId9" Type="http://schemas.openxmlformats.org/officeDocument/2006/relationships/tags" Target="../tags/tag195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5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52.xml"/><Relationship Id="rId2" Type="http://schemas.openxmlformats.org/officeDocument/2006/relationships/tags" Target="../tags/tag1951.xml"/><Relationship Id="rId16" Type="http://schemas.openxmlformats.org/officeDocument/2006/relationships/image" Target="../media/image14.svg"/><Relationship Id="rId15" Type="http://schemas.openxmlformats.org/officeDocument/2006/relationships/image" Target="../media/image8.png"/><Relationship Id="rId14" Type="http://schemas.openxmlformats.org/officeDocument/2006/relationships/tags" Target="../tags/tag1959.xml"/><Relationship Id="rId13" Type="http://schemas.openxmlformats.org/officeDocument/2006/relationships/tags" Target="../tags/tag1958.xml"/><Relationship Id="rId12" Type="http://schemas.openxmlformats.org/officeDocument/2006/relationships/tags" Target="../tags/tag1957.xml"/><Relationship Id="rId11" Type="http://schemas.openxmlformats.org/officeDocument/2006/relationships/tags" Target="../tags/tag1956.xml"/><Relationship Id="rId10" Type="http://schemas.openxmlformats.org/officeDocument/2006/relationships/tags" Target="../tags/tag1955.xml"/><Relationship Id="rId1" Type="http://schemas.openxmlformats.org/officeDocument/2006/relationships/slideMaster" Target="../slideMasters/slideMaster15.xml"/></Relationships>
</file>

<file path=ppt/slideLayouts/_rels/slideLayout261.xml.rels><?xml version="1.0" encoding="UTF-8" standalone="yes"?>
<Relationships xmlns="http://schemas.openxmlformats.org/package/2006/relationships"><Relationship Id="rId9" Type="http://schemas.openxmlformats.org/officeDocument/2006/relationships/tags" Target="../tags/tag196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6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61.xml"/><Relationship Id="rId2" Type="http://schemas.openxmlformats.org/officeDocument/2006/relationships/tags" Target="../tags/tag1960.xml"/><Relationship Id="rId14" Type="http://schemas.openxmlformats.org/officeDocument/2006/relationships/tags" Target="../tags/tag1968.xml"/><Relationship Id="rId13" Type="http://schemas.openxmlformats.org/officeDocument/2006/relationships/tags" Target="../tags/tag1967.xml"/><Relationship Id="rId12" Type="http://schemas.openxmlformats.org/officeDocument/2006/relationships/tags" Target="../tags/tag1966.xml"/><Relationship Id="rId11" Type="http://schemas.openxmlformats.org/officeDocument/2006/relationships/tags" Target="../tags/tag1965.xml"/><Relationship Id="rId10" Type="http://schemas.openxmlformats.org/officeDocument/2006/relationships/tags" Target="../tags/tag1964.xml"/><Relationship Id="rId1" Type="http://schemas.openxmlformats.org/officeDocument/2006/relationships/slideMaster" Target="../slideMasters/slideMaster15.xml"/></Relationships>
</file>

<file path=ppt/slideLayouts/_rels/slideLayout262.xml.rels><?xml version="1.0" encoding="UTF-8" standalone="yes"?>
<Relationships xmlns="http://schemas.openxmlformats.org/package/2006/relationships"><Relationship Id="rId9" Type="http://schemas.openxmlformats.org/officeDocument/2006/relationships/tags" Target="../tags/tag197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7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70.xml"/><Relationship Id="rId2" Type="http://schemas.openxmlformats.org/officeDocument/2006/relationships/tags" Target="../tags/tag1969.xml"/><Relationship Id="rId18" Type="http://schemas.openxmlformats.org/officeDocument/2006/relationships/image" Target="../media/image14.svg"/><Relationship Id="rId17" Type="http://schemas.openxmlformats.org/officeDocument/2006/relationships/image" Target="../media/image8.png"/><Relationship Id="rId16" Type="http://schemas.openxmlformats.org/officeDocument/2006/relationships/tags" Target="../tags/tag1979.xml"/><Relationship Id="rId15" Type="http://schemas.openxmlformats.org/officeDocument/2006/relationships/tags" Target="../tags/tag1978.xml"/><Relationship Id="rId14" Type="http://schemas.openxmlformats.org/officeDocument/2006/relationships/tags" Target="../tags/tag1977.xml"/><Relationship Id="rId13" Type="http://schemas.openxmlformats.org/officeDocument/2006/relationships/tags" Target="../tags/tag1976.xml"/><Relationship Id="rId12" Type="http://schemas.openxmlformats.org/officeDocument/2006/relationships/tags" Target="../tags/tag1975.xml"/><Relationship Id="rId11" Type="http://schemas.openxmlformats.org/officeDocument/2006/relationships/tags" Target="../tags/tag1974.xml"/><Relationship Id="rId10" Type="http://schemas.openxmlformats.org/officeDocument/2006/relationships/tags" Target="../tags/tag1973.xml"/><Relationship Id="rId1" Type="http://schemas.openxmlformats.org/officeDocument/2006/relationships/slideMaster" Target="../slideMasters/slideMaster15.xml"/></Relationships>
</file>

<file path=ppt/slideLayouts/_rels/slideLayout263.xml.rels><?xml version="1.0" encoding="UTF-8" standalone="yes"?>
<Relationships xmlns="http://schemas.openxmlformats.org/package/2006/relationships"><Relationship Id="rId9" Type="http://schemas.openxmlformats.org/officeDocument/2006/relationships/tags" Target="../tags/tag19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9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1981.xml"/><Relationship Id="rId2" Type="http://schemas.openxmlformats.org/officeDocument/2006/relationships/tags" Target="../tags/tag1980.xml"/><Relationship Id="rId13" Type="http://schemas.openxmlformats.org/officeDocument/2006/relationships/tags" Target="../tags/tag1987.xml"/><Relationship Id="rId12" Type="http://schemas.openxmlformats.org/officeDocument/2006/relationships/tags" Target="../tags/tag1986.xml"/><Relationship Id="rId11" Type="http://schemas.openxmlformats.org/officeDocument/2006/relationships/tags" Target="../tags/tag1985.xml"/><Relationship Id="rId10" Type="http://schemas.openxmlformats.org/officeDocument/2006/relationships/tags" Target="../tags/tag1984.xml"/><Relationship Id="rId1" Type="http://schemas.openxmlformats.org/officeDocument/2006/relationships/slideMaster" Target="../slideMasters/slideMaster15.xml"/></Relationships>
</file>

<file path=ppt/slideLayouts/_rels/slideLayout264.xml.rels><?xml version="1.0" encoding="UTF-8" standalone="yes"?>
<Relationships xmlns="http://schemas.openxmlformats.org/package/2006/relationships"><Relationship Id="rId9" Type="http://schemas.openxmlformats.org/officeDocument/2006/relationships/tags" Target="../tags/tag1999.xml"/><Relationship Id="rId8" Type="http://schemas.openxmlformats.org/officeDocument/2006/relationships/tags" Target="../tags/tag1998.xml"/><Relationship Id="rId7" Type="http://schemas.openxmlformats.org/officeDocument/2006/relationships/tags" Target="../tags/tag1997.xml"/><Relationship Id="rId6" Type="http://schemas.openxmlformats.org/officeDocument/2006/relationships/tags" Target="../tags/tag1996.xml"/><Relationship Id="rId5" Type="http://schemas.openxmlformats.org/officeDocument/2006/relationships/tags" Target="../tags/tag199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994.xml"/><Relationship Id="rId1" Type="http://schemas.openxmlformats.org/officeDocument/2006/relationships/slideMaster" Target="../slideMasters/slideMaster16.xml"/></Relationships>
</file>

<file path=ppt/slideLayouts/_rels/slideLayout265.xml.rels><?xml version="1.0" encoding="UTF-8" standalone="yes"?>
<Relationships xmlns="http://schemas.openxmlformats.org/package/2006/relationships"><Relationship Id="rId9" Type="http://schemas.openxmlformats.org/officeDocument/2006/relationships/tags" Target="../tags/tag2005.xml"/><Relationship Id="rId8" Type="http://schemas.openxmlformats.org/officeDocument/2006/relationships/tags" Target="../tags/tag2004.xml"/><Relationship Id="rId7" Type="http://schemas.openxmlformats.org/officeDocument/2006/relationships/tags" Target="../tags/tag2003.xml"/><Relationship Id="rId6" Type="http://schemas.openxmlformats.org/officeDocument/2006/relationships/tags" Target="../tags/tag2002.xml"/><Relationship Id="rId5" Type="http://schemas.openxmlformats.org/officeDocument/2006/relationships/tags" Target="../tags/tag200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00.xml"/><Relationship Id="rId1" Type="http://schemas.openxmlformats.org/officeDocument/2006/relationships/slideMaster" Target="../slideMasters/slideMaster16.xml"/></Relationships>
</file>

<file path=ppt/slideLayouts/_rels/slideLayout266.xml.rels><?xml version="1.0" encoding="UTF-8" standalone="yes"?>
<Relationships xmlns="http://schemas.openxmlformats.org/package/2006/relationships"><Relationship Id="rId9" Type="http://schemas.openxmlformats.org/officeDocument/2006/relationships/tags" Target="../tags/tag2011.xml"/><Relationship Id="rId8" Type="http://schemas.openxmlformats.org/officeDocument/2006/relationships/tags" Target="../tags/tag2010.xml"/><Relationship Id="rId7" Type="http://schemas.openxmlformats.org/officeDocument/2006/relationships/tags" Target="../tags/tag2009.xml"/><Relationship Id="rId6" Type="http://schemas.openxmlformats.org/officeDocument/2006/relationships/tags" Target="../tags/tag2008.xml"/><Relationship Id="rId5" Type="http://schemas.openxmlformats.org/officeDocument/2006/relationships/tags" Target="../tags/tag2007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006.xml"/><Relationship Id="rId1" Type="http://schemas.openxmlformats.org/officeDocument/2006/relationships/slideMaster" Target="../slideMasters/slideMaster16.xml"/></Relationships>
</file>

<file path=ppt/slideLayouts/_rels/slideLayout267.xml.rels><?xml version="1.0" encoding="UTF-8" standalone="yes"?>
<Relationships xmlns="http://schemas.openxmlformats.org/package/2006/relationships"><Relationship Id="rId9" Type="http://schemas.openxmlformats.org/officeDocument/2006/relationships/tags" Target="../tags/tag2017.xml"/><Relationship Id="rId8" Type="http://schemas.openxmlformats.org/officeDocument/2006/relationships/tags" Target="../tags/tag2016.xml"/><Relationship Id="rId7" Type="http://schemas.openxmlformats.org/officeDocument/2006/relationships/tags" Target="../tags/tag2015.xml"/><Relationship Id="rId6" Type="http://schemas.openxmlformats.org/officeDocument/2006/relationships/tags" Target="../tags/tag2014.xml"/><Relationship Id="rId5" Type="http://schemas.openxmlformats.org/officeDocument/2006/relationships/tags" Target="../tags/tag201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12.xml"/><Relationship Id="rId10" Type="http://schemas.openxmlformats.org/officeDocument/2006/relationships/tags" Target="../tags/tag2018.xml"/><Relationship Id="rId1" Type="http://schemas.openxmlformats.org/officeDocument/2006/relationships/slideMaster" Target="../slideMasters/slideMaster16.xml"/></Relationships>
</file>

<file path=ppt/slideLayouts/_rels/slideLayout268.xml.rels><?xml version="1.0" encoding="UTF-8" standalone="yes"?>
<Relationships xmlns="http://schemas.openxmlformats.org/package/2006/relationships"><Relationship Id="rId9" Type="http://schemas.openxmlformats.org/officeDocument/2006/relationships/tags" Target="../tags/tag2024.xml"/><Relationship Id="rId8" Type="http://schemas.openxmlformats.org/officeDocument/2006/relationships/tags" Target="../tags/tag2023.xml"/><Relationship Id="rId7" Type="http://schemas.openxmlformats.org/officeDocument/2006/relationships/tags" Target="../tags/tag2022.xml"/><Relationship Id="rId6" Type="http://schemas.openxmlformats.org/officeDocument/2006/relationships/tags" Target="../tags/tag2021.xml"/><Relationship Id="rId5" Type="http://schemas.openxmlformats.org/officeDocument/2006/relationships/tags" Target="../tags/tag20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19.xml"/><Relationship Id="rId12" Type="http://schemas.openxmlformats.org/officeDocument/2006/relationships/tags" Target="../tags/tag2027.xml"/><Relationship Id="rId11" Type="http://schemas.openxmlformats.org/officeDocument/2006/relationships/tags" Target="../tags/tag2026.xml"/><Relationship Id="rId10" Type="http://schemas.openxmlformats.org/officeDocument/2006/relationships/tags" Target="../tags/tag2025.xml"/><Relationship Id="rId1" Type="http://schemas.openxmlformats.org/officeDocument/2006/relationships/slideMaster" Target="../slideMasters/slideMaster16.xml"/></Relationships>
</file>

<file path=ppt/slideLayouts/_rels/slideLayout269.xml.rels><?xml version="1.0" encoding="UTF-8" standalone="yes"?>
<Relationships xmlns="http://schemas.openxmlformats.org/package/2006/relationships"><Relationship Id="rId9" Type="http://schemas.openxmlformats.org/officeDocument/2006/relationships/tags" Target="../tags/tag2033.xml"/><Relationship Id="rId8" Type="http://schemas.openxmlformats.org/officeDocument/2006/relationships/tags" Target="../tags/tag2032.xml"/><Relationship Id="rId7" Type="http://schemas.openxmlformats.org/officeDocument/2006/relationships/tags" Target="../tags/tag2031.xml"/><Relationship Id="rId6" Type="http://schemas.openxmlformats.org/officeDocument/2006/relationships/tags" Target="../tags/tag2030.xml"/><Relationship Id="rId5" Type="http://schemas.openxmlformats.org/officeDocument/2006/relationships/tags" Target="../tags/tag2029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028.xml"/><Relationship Id="rId1" Type="http://schemas.openxmlformats.org/officeDocument/2006/relationships/slideMaster" Target="../slideMasters/slideMaster16.xml"/></Relationships>
</file>

<file path=ppt/slideLayouts/_rels/slideLayout270.xml.rels><?xml version="1.0" encoding="UTF-8" standalone="yes"?>
<Relationships xmlns="http://schemas.openxmlformats.org/package/2006/relationships"><Relationship Id="rId4" Type="http://schemas.openxmlformats.org/officeDocument/2006/relationships/tags" Target="../tags/tag2036.xml"/><Relationship Id="rId3" Type="http://schemas.openxmlformats.org/officeDocument/2006/relationships/tags" Target="../tags/tag2035.xml"/><Relationship Id="rId2" Type="http://schemas.openxmlformats.org/officeDocument/2006/relationships/tags" Target="../tags/tag2034.xml"/><Relationship Id="rId1" Type="http://schemas.openxmlformats.org/officeDocument/2006/relationships/slideMaster" Target="../slideMasters/slideMaster16.xml"/></Relationships>
</file>

<file path=ppt/slideLayouts/_rels/slideLayout271.xml.rels><?xml version="1.0" encoding="UTF-8" standalone="yes"?>
<Relationships xmlns="http://schemas.openxmlformats.org/package/2006/relationships"><Relationship Id="rId9" Type="http://schemas.openxmlformats.org/officeDocument/2006/relationships/tags" Target="../tags/tag2040.xml"/><Relationship Id="rId8" Type="http://schemas.openxmlformats.org/officeDocument/2006/relationships/tags" Target="../tags/tag203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3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37.xml"/><Relationship Id="rId13" Type="http://schemas.openxmlformats.org/officeDocument/2006/relationships/tags" Target="../tags/tag2044.xml"/><Relationship Id="rId12" Type="http://schemas.openxmlformats.org/officeDocument/2006/relationships/tags" Target="../tags/tag2043.xml"/><Relationship Id="rId11" Type="http://schemas.openxmlformats.org/officeDocument/2006/relationships/tags" Target="../tags/tag2042.xml"/><Relationship Id="rId10" Type="http://schemas.openxmlformats.org/officeDocument/2006/relationships/tags" Target="../tags/tag2041.xml"/><Relationship Id="rId1" Type="http://schemas.openxmlformats.org/officeDocument/2006/relationships/slideMaster" Target="../slideMasters/slideMaster16.xml"/></Relationships>
</file>

<file path=ppt/slideLayouts/_rels/slideLayout272.xml.rels><?xml version="1.0" encoding="UTF-8" standalone="yes"?>
<Relationships xmlns="http://schemas.openxmlformats.org/package/2006/relationships"><Relationship Id="rId9" Type="http://schemas.openxmlformats.org/officeDocument/2006/relationships/tags" Target="../tags/tag2048.xml"/><Relationship Id="rId8" Type="http://schemas.openxmlformats.org/officeDocument/2006/relationships/tags" Target="../tags/tag204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4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45.xml"/><Relationship Id="rId12" Type="http://schemas.openxmlformats.org/officeDocument/2006/relationships/tags" Target="../tags/tag2051.xml"/><Relationship Id="rId11" Type="http://schemas.openxmlformats.org/officeDocument/2006/relationships/tags" Target="../tags/tag2050.xml"/><Relationship Id="rId10" Type="http://schemas.openxmlformats.org/officeDocument/2006/relationships/tags" Target="../tags/tag2049.xml"/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9" Type="http://schemas.openxmlformats.org/officeDocument/2006/relationships/tags" Target="../tags/tag2055.xml"/><Relationship Id="rId8" Type="http://schemas.openxmlformats.org/officeDocument/2006/relationships/tags" Target="../tags/tag205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5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52.xml"/><Relationship Id="rId11" Type="http://schemas.openxmlformats.org/officeDocument/2006/relationships/tags" Target="../tags/tag2057.xml"/><Relationship Id="rId10" Type="http://schemas.openxmlformats.org/officeDocument/2006/relationships/tags" Target="../tags/tag2056.xml"/><Relationship Id="rId1" Type="http://schemas.openxmlformats.org/officeDocument/2006/relationships/slideMaster" Target="../slideMasters/slideMaster16.xml"/></Relationships>
</file>

<file path=ppt/slideLayouts/_rels/slideLayout274.xml.rels><?xml version="1.0" encoding="UTF-8" standalone="yes"?>
<Relationships xmlns="http://schemas.openxmlformats.org/package/2006/relationships"><Relationship Id="rId9" Type="http://schemas.openxmlformats.org/officeDocument/2006/relationships/tags" Target="../tags/tag2063.xml"/><Relationship Id="rId8" Type="http://schemas.openxmlformats.org/officeDocument/2006/relationships/tags" Target="../tags/tag2062.xml"/><Relationship Id="rId7" Type="http://schemas.openxmlformats.org/officeDocument/2006/relationships/tags" Target="../tags/tag2061.xml"/><Relationship Id="rId6" Type="http://schemas.openxmlformats.org/officeDocument/2006/relationships/tags" Target="../tags/tag2060.xml"/><Relationship Id="rId5" Type="http://schemas.openxmlformats.org/officeDocument/2006/relationships/tags" Target="../tags/tag2059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058.xml"/><Relationship Id="rId14" Type="http://schemas.openxmlformats.org/officeDocument/2006/relationships/image" Target="../media/image11.svg"/><Relationship Id="rId13" Type="http://schemas.openxmlformats.org/officeDocument/2006/relationships/image" Target="../media/image15.png"/><Relationship Id="rId12" Type="http://schemas.openxmlformats.org/officeDocument/2006/relationships/tags" Target="../tags/tag2066.xml"/><Relationship Id="rId11" Type="http://schemas.openxmlformats.org/officeDocument/2006/relationships/tags" Target="../tags/tag2065.xml"/><Relationship Id="rId10" Type="http://schemas.openxmlformats.org/officeDocument/2006/relationships/tags" Target="../tags/tag2064.xml"/><Relationship Id="rId1" Type="http://schemas.openxmlformats.org/officeDocument/2006/relationships/slideMaster" Target="../slideMasters/slideMaster16.xml"/></Relationships>
</file>

<file path=ppt/slideLayouts/_rels/slideLayout275.xml.rels><?xml version="1.0" encoding="UTF-8" standalone="yes"?>
<Relationships xmlns="http://schemas.openxmlformats.org/package/2006/relationships"><Relationship Id="rId9" Type="http://schemas.openxmlformats.org/officeDocument/2006/relationships/tags" Target="../tags/tag2070.xml"/><Relationship Id="rId8" Type="http://schemas.openxmlformats.org/officeDocument/2006/relationships/tags" Target="../tags/tag206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06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067.xml"/><Relationship Id="rId11" Type="http://schemas.openxmlformats.org/officeDocument/2006/relationships/tags" Target="../tags/tag2072.xml"/><Relationship Id="rId10" Type="http://schemas.openxmlformats.org/officeDocument/2006/relationships/tags" Target="../tags/tag2071.xml"/><Relationship Id="rId1" Type="http://schemas.openxmlformats.org/officeDocument/2006/relationships/slideMaster" Target="../slideMasters/slideMaster16.xml"/></Relationships>
</file>

<file path=ppt/slideLayouts/_rels/slideLayout276.xml.rels><?xml version="1.0" encoding="UTF-8" standalone="yes"?>
<Relationships xmlns="http://schemas.openxmlformats.org/package/2006/relationships"><Relationship Id="rId9" Type="http://schemas.openxmlformats.org/officeDocument/2006/relationships/tags" Target="../tags/tag2076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075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74.xml"/><Relationship Id="rId2" Type="http://schemas.openxmlformats.org/officeDocument/2006/relationships/tags" Target="../tags/tag2073.xml"/><Relationship Id="rId13" Type="http://schemas.openxmlformats.org/officeDocument/2006/relationships/tags" Target="../tags/tag2080.xml"/><Relationship Id="rId12" Type="http://schemas.openxmlformats.org/officeDocument/2006/relationships/tags" Target="../tags/tag2079.xml"/><Relationship Id="rId11" Type="http://schemas.openxmlformats.org/officeDocument/2006/relationships/tags" Target="../tags/tag2078.xml"/><Relationship Id="rId10" Type="http://schemas.openxmlformats.org/officeDocument/2006/relationships/tags" Target="../tags/tag2077.xml"/><Relationship Id="rId1" Type="http://schemas.openxmlformats.org/officeDocument/2006/relationships/slideMaster" Target="../slideMasters/slideMaster16.xml"/></Relationships>
</file>

<file path=ppt/slideLayouts/_rels/slideLayout277.xml.rels><?xml version="1.0" encoding="UTF-8" standalone="yes"?>
<Relationships xmlns="http://schemas.openxmlformats.org/package/2006/relationships"><Relationship Id="rId9" Type="http://schemas.openxmlformats.org/officeDocument/2006/relationships/tags" Target="../tags/tag2086.xml"/><Relationship Id="rId8" Type="http://schemas.openxmlformats.org/officeDocument/2006/relationships/tags" Target="../tags/tag2085.xml"/><Relationship Id="rId7" Type="http://schemas.openxmlformats.org/officeDocument/2006/relationships/tags" Target="../tags/tag2084.xml"/><Relationship Id="rId6" Type="http://schemas.openxmlformats.org/officeDocument/2006/relationships/tags" Target="../tags/tag208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82.xml"/><Relationship Id="rId2" Type="http://schemas.openxmlformats.org/officeDocument/2006/relationships/tags" Target="../tags/tag2081.xml"/><Relationship Id="rId13" Type="http://schemas.openxmlformats.org/officeDocument/2006/relationships/image" Target="../media/image11.svg"/><Relationship Id="rId12" Type="http://schemas.openxmlformats.org/officeDocument/2006/relationships/image" Target="../media/image15.png"/><Relationship Id="rId11" Type="http://schemas.openxmlformats.org/officeDocument/2006/relationships/tags" Target="../tags/tag2088.xml"/><Relationship Id="rId10" Type="http://schemas.openxmlformats.org/officeDocument/2006/relationships/tags" Target="../tags/tag2087.xml"/><Relationship Id="rId1" Type="http://schemas.openxmlformats.org/officeDocument/2006/relationships/slideMaster" Target="../slideMasters/slideMaster16.xml"/></Relationships>
</file>

<file path=ppt/slideLayouts/_rels/slideLayout278.xml.rels><?xml version="1.0" encoding="UTF-8" standalone="yes"?>
<Relationships xmlns="http://schemas.openxmlformats.org/package/2006/relationships"><Relationship Id="rId9" Type="http://schemas.openxmlformats.org/officeDocument/2006/relationships/tags" Target="../tags/tag209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09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90.xml"/><Relationship Id="rId2" Type="http://schemas.openxmlformats.org/officeDocument/2006/relationships/tags" Target="../tags/tag2089.xml"/><Relationship Id="rId16" Type="http://schemas.openxmlformats.org/officeDocument/2006/relationships/image" Target="../media/image11.svg"/><Relationship Id="rId15" Type="http://schemas.openxmlformats.org/officeDocument/2006/relationships/image" Target="../media/image15.png"/><Relationship Id="rId14" Type="http://schemas.openxmlformats.org/officeDocument/2006/relationships/tags" Target="../tags/tag2097.xml"/><Relationship Id="rId13" Type="http://schemas.openxmlformats.org/officeDocument/2006/relationships/tags" Target="../tags/tag2096.xml"/><Relationship Id="rId12" Type="http://schemas.openxmlformats.org/officeDocument/2006/relationships/tags" Target="../tags/tag2095.xml"/><Relationship Id="rId11" Type="http://schemas.openxmlformats.org/officeDocument/2006/relationships/tags" Target="../tags/tag2094.xml"/><Relationship Id="rId10" Type="http://schemas.openxmlformats.org/officeDocument/2006/relationships/tags" Target="../tags/tag2093.xml"/><Relationship Id="rId1" Type="http://schemas.openxmlformats.org/officeDocument/2006/relationships/slideMaster" Target="../slideMasters/slideMaster16.xml"/></Relationships>
</file>

<file path=ppt/slideLayouts/_rels/slideLayout279.xml.rels><?xml version="1.0" encoding="UTF-8" standalone="yes"?>
<Relationships xmlns="http://schemas.openxmlformats.org/package/2006/relationships"><Relationship Id="rId9" Type="http://schemas.openxmlformats.org/officeDocument/2006/relationships/tags" Target="../tags/tag210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10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099.xml"/><Relationship Id="rId2" Type="http://schemas.openxmlformats.org/officeDocument/2006/relationships/tags" Target="../tags/tag2098.xml"/><Relationship Id="rId14" Type="http://schemas.openxmlformats.org/officeDocument/2006/relationships/tags" Target="../tags/tag2106.xml"/><Relationship Id="rId13" Type="http://schemas.openxmlformats.org/officeDocument/2006/relationships/tags" Target="../tags/tag2105.xml"/><Relationship Id="rId12" Type="http://schemas.openxmlformats.org/officeDocument/2006/relationships/tags" Target="../tags/tag2104.xml"/><Relationship Id="rId11" Type="http://schemas.openxmlformats.org/officeDocument/2006/relationships/tags" Target="../tags/tag2103.xml"/><Relationship Id="rId10" Type="http://schemas.openxmlformats.org/officeDocument/2006/relationships/tags" Target="../tags/tag2102.xml"/><Relationship Id="rId1" Type="http://schemas.openxmlformats.org/officeDocument/2006/relationships/slideMaster" Target="../slideMasters/slideMaster16.xml"/></Relationships>
</file>

<file path=ppt/slideLayouts/_rels/slideLayout280.xml.rels><?xml version="1.0" encoding="UTF-8" standalone="yes"?>
<Relationships xmlns="http://schemas.openxmlformats.org/package/2006/relationships"><Relationship Id="rId9" Type="http://schemas.openxmlformats.org/officeDocument/2006/relationships/tags" Target="../tags/tag211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10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108.xml"/><Relationship Id="rId2" Type="http://schemas.openxmlformats.org/officeDocument/2006/relationships/tags" Target="../tags/tag2107.xml"/><Relationship Id="rId18" Type="http://schemas.openxmlformats.org/officeDocument/2006/relationships/image" Target="../media/image11.svg"/><Relationship Id="rId17" Type="http://schemas.openxmlformats.org/officeDocument/2006/relationships/image" Target="../media/image15.png"/><Relationship Id="rId16" Type="http://schemas.openxmlformats.org/officeDocument/2006/relationships/tags" Target="../tags/tag2117.xml"/><Relationship Id="rId15" Type="http://schemas.openxmlformats.org/officeDocument/2006/relationships/tags" Target="../tags/tag2116.xml"/><Relationship Id="rId14" Type="http://schemas.openxmlformats.org/officeDocument/2006/relationships/tags" Target="../tags/tag2115.xml"/><Relationship Id="rId13" Type="http://schemas.openxmlformats.org/officeDocument/2006/relationships/tags" Target="../tags/tag2114.xml"/><Relationship Id="rId12" Type="http://schemas.openxmlformats.org/officeDocument/2006/relationships/tags" Target="../tags/tag2113.xml"/><Relationship Id="rId11" Type="http://schemas.openxmlformats.org/officeDocument/2006/relationships/tags" Target="../tags/tag2112.xml"/><Relationship Id="rId10" Type="http://schemas.openxmlformats.org/officeDocument/2006/relationships/tags" Target="../tags/tag2111.xml"/><Relationship Id="rId1" Type="http://schemas.openxmlformats.org/officeDocument/2006/relationships/slideMaster" Target="../slideMasters/slideMaster16.xml"/></Relationships>
</file>

<file path=ppt/slideLayouts/_rels/slideLayout281.xml.rels><?xml version="1.0" encoding="UTF-8" standalone="yes"?>
<Relationships xmlns="http://schemas.openxmlformats.org/package/2006/relationships"><Relationship Id="rId9" Type="http://schemas.openxmlformats.org/officeDocument/2006/relationships/tags" Target="../tags/tag21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1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119.xml"/><Relationship Id="rId2" Type="http://schemas.openxmlformats.org/officeDocument/2006/relationships/tags" Target="../tags/tag2118.xml"/><Relationship Id="rId13" Type="http://schemas.openxmlformats.org/officeDocument/2006/relationships/tags" Target="../tags/tag2125.xml"/><Relationship Id="rId12" Type="http://schemas.openxmlformats.org/officeDocument/2006/relationships/tags" Target="../tags/tag2124.xml"/><Relationship Id="rId11" Type="http://schemas.openxmlformats.org/officeDocument/2006/relationships/tags" Target="../tags/tag2123.xml"/><Relationship Id="rId10" Type="http://schemas.openxmlformats.org/officeDocument/2006/relationships/tags" Target="../tags/tag2122.xml"/><Relationship Id="rId1" Type="http://schemas.openxmlformats.org/officeDocument/2006/relationships/slideMaster" Target="../slideMasters/slideMaster16.xml"/></Relationships>
</file>

<file path=ppt/slideLayouts/_rels/slideLayout282.xml.rels><?xml version="1.0" encoding="UTF-8" standalone="yes"?>
<Relationships xmlns="http://schemas.openxmlformats.org/package/2006/relationships"><Relationship Id="rId9" Type="http://schemas.openxmlformats.org/officeDocument/2006/relationships/tags" Target="../tags/tag2137.xml"/><Relationship Id="rId8" Type="http://schemas.openxmlformats.org/officeDocument/2006/relationships/tags" Target="../tags/tag2136.xml"/><Relationship Id="rId7" Type="http://schemas.openxmlformats.org/officeDocument/2006/relationships/tags" Target="../tags/tag2135.xml"/><Relationship Id="rId6" Type="http://schemas.openxmlformats.org/officeDocument/2006/relationships/tags" Target="../tags/tag2134.xml"/><Relationship Id="rId5" Type="http://schemas.openxmlformats.org/officeDocument/2006/relationships/tags" Target="../tags/tag213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132.xml"/><Relationship Id="rId1" Type="http://schemas.openxmlformats.org/officeDocument/2006/relationships/slideMaster" Target="../slideMasters/slideMaster17.xml"/></Relationships>
</file>

<file path=ppt/slideLayouts/_rels/slideLayout283.xml.rels><?xml version="1.0" encoding="UTF-8" standalone="yes"?>
<Relationships xmlns="http://schemas.openxmlformats.org/package/2006/relationships"><Relationship Id="rId9" Type="http://schemas.openxmlformats.org/officeDocument/2006/relationships/tags" Target="../tags/tag2143.xml"/><Relationship Id="rId8" Type="http://schemas.openxmlformats.org/officeDocument/2006/relationships/tags" Target="../tags/tag2142.xml"/><Relationship Id="rId7" Type="http://schemas.openxmlformats.org/officeDocument/2006/relationships/tags" Target="../tags/tag2141.xml"/><Relationship Id="rId6" Type="http://schemas.openxmlformats.org/officeDocument/2006/relationships/tags" Target="../tags/tag2140.xml"/><Relationship Id="rId5" Type="http://schemas.openxmlformats.org/officeDocument/2006/relationships/tags" Target="../tags/tag213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38.xml"/><Relationship Id="rId1" Type="http://schemas.openxmlformats.org/officeDocument/2006/relationships/slideMaster" Target="../slideMasters/slideMaster17.xml"/></Relationships>
</file>

<file path=ppt/slideLayouts/_rels/slideLayout284.xml.rels><?xml version="1.0" encoding="UTF-8" standalone="yes"?>
<Relationships xmlns="http://schemas.openxmlformats.org/package/2006/relationships"><Relationship Id="rId9" Type="http://schemas.openxmlformats.org/officeDocument/2006/relationships/tags" Target="../tags/tag2149.xml"/><Relationship Id="rId8" Type="http://schemas.openxmlformats.org/officeDocument/2006/relationships/tags" Target="../tags/tag2148.xml"/><Relationship Id="rId7" Type="http://schemas.openxmlformats.org/officeDocument/2006/relationships/tags" Target="../tags/tag2147.xml"/><Relationship Id="rId6" Type="http://schemas.openxmlformats.org/officeDocument/2006/relationships/tags" Target="../tags/tag2146.xml"/><Relationship Id="rId5" Type="http://schemas.openxmlformats.org/officeDocument/2006/relationships/tags" Target="../tags/tag2145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2144.xml"/><Relationship Id="rId1" Type="http://schemas.openxmlformats.org/officeDocument/2006/relationships/slideMaster" Target="../slideMasters/slideMaster17.xml"/></Relationships>
</file>

<file path=ppt/slideLayouts/_rels/slideLayout285.xml.rels><?xml version="1.0" encoding="UTF-8" standalone="yes"?>
<Relationships xmlns="http://schemas.openxmlformats.org/package/2006/relationships"><Relationship Id="rId9" Type="http://schemas.openxmlformats.org/officeDocument/2006/relationships/tags" Target="../tags/tag2155.xml"/><Relationship Id="rId8" Type="http://schemas.openxmlformats.org/officeDocument/2006/relationships/tags" Target="../tags/tag2154.xml"/><Relationship Id="rId7" Type="http://schemas.openxmlformats.org/officeDocument/2006/relationships/tags" Target="../tags/tag2153.xml"/><Relationship Id="rId6" Type="http://schemas.openxmlformats.org/officeDocument/2006/relationships/tags" Target="../tags/tag2152.xml"/><Relationship Id="rId5" Type="http://schemas.openxmlformats.org/officeDocument/2006/relationships/tags" Target="../tags/tag215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50.xml"/><Relationship Id="rId10" Type="http://schemas.openxmlformats.org/officeDocument/2006/relationships/tags" Target="../tags/tag2156.xml"/><Relationship Id="rId1" Type="http://schemas.openxmlformats.org/officeDocument/2006/relationships/slideMaster" Target="../slideMasters/slideMaster17.xml"/></Relationships>
</file>

<file path=ppt/slideLayouts/_rels/slideLayout286.xml.rels><?xml version="1.0" encoding="UTF-8" standalone="yes"?>
<Relationships xmlns="http://schemas.openxmlformats.org/package/2006/relationships"><Relationship Id="rId9" Type="http://schemas.openxmlformats.org/officeDocument/2006/relationships/tags" Target="../tags/tag2162.xml"/><Relationship Id="rId8" Type="http://schemas.openxmlformats.org/officeDocument/2006/relationships/tags" Target="../tags/tag2161.xml"/><Relationship Id="rId7" Type="http://schemas.openxmlformats.org/officeDocument/2006/relationships/tags" Target="../tags/tag2160.xml"/><Relationship Id="rId6" Type="http://schemas.openxmlformats.org/officeDocument/2006/relationships/tags" Target="../tags/tag2159.xml"/><Relationship Id="rId5" Type="http://schemas.openxmlformats.org/officeDocument/2006/relationships/tags" Target="../tags/tag215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57.xml"/><Relationship Id="rId12" Type="http://schemas.openxmlformats.org/officeDocument/2006/relationships/tags" Target="../tags/tag2165.xml"/><Relationship Id="rId11" Type="http://schemas.openxmlformats.org/officeDocument/2006/relationships/tags" Target="../tags/tag2164.xml"/><Relationship Id="rId10" Type="http://schemas.openxmlformats.org/officeDocument/2006/relationships/tags" Target="../tags/tag2163.xml"/><Relationship Id="rId1" Type="http://schemas.openxmlformats.org/officeDocument/2006/relationships/slideMaster" Target="../slideMasters/slideMaster17.xml"/></Relationships>
</file>

<file path=ppt/slideLayouts/_rels/slideLayout287.xml.rels><?xml version="1.0" encoding="UTF-8" standalone="yes"?>
<Relationships xmlns="http://schemas.openxmlformats.org/package/2006/relationships"><Relationship Id="rId9" Type="http://schemas.openxmlformats.org/officeDocument/2006/relationships/tags" Target="../tags/tag2171.xml"/><Relationship Id="rId8" Type="http://schemas.openxmlformats.org/officeDocument/2006/relationships/tags" Target="../tags/tag2170.xml"/><Relationship Id="rId7" Type="http://schemas.openxmlformats.org/officeDocument/2006/relationships/tags" Target="../tags/tag2169.xml"/><Relationship Id="rId6" Type="http://schemas.openxmlformats.org/officeDocument/2006/relationships/tags" Target="../tags/tag2168.xml"/><Relationship Id="rId5" Type="http://schemas.openxmlformats.org/officeDocument/2006/relationships/tags" Target="../tags/tag2167.xml"/><Relationship Id="rId4" Type="http://schemas.openxmlformats.org/officeDocument/2006/relationships/image" Target="file:///C:\Users\1V994W2\Documents\Tencent%20Files\574576071\FileRecv\&#25340;&#35013;&#32032;&#26448;\formiddle2\\23\subject_holdleft_64,104,153_0_staid_full_0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2166.xml"/><Relationship Id="rId1" Type="http://schemas.openxmlformats.org/officeDocument/2006/relationships/slideMaster" Target="../slideMasters/slideMaster17.xml"/></Relationships>
</file>

<file path=ppt/slideLayouts/_rels/slideLayout288.xml.rels><?xml version="1.0" encoding="UTF-8" standalone="yes"?>
<Relationships xmlns="http://schemas.openxmlformats.org/package/2006/relationships"><Relationship Id="rId4" Type="http://schemas.openxmlformats.org/officeDocument/2006/relationships/tags" Target="../tags/tag2174.xml"/><Relationship Id="rId3" Type="http://schemas.openxmlformats.org/officeDocument/2006/relationships/tags" Target="../tags/tag2173.xml"/><Relationship Id="rId2" Type="http://schemas.openxmlformats.org/officeDocument/2006/relationships/tags" Target="../tags/tag2172.xml"/><Relationship Id="rId1" Type="http://schemas.openxmlformats.org/officeDocument/2006/relationships/slideMaster" Target="../slideMasters/slideMaster17.xml"/></Relationships>
</file>

<file path=ppt/slideLayouts/_rels/slideLayout289.xml.rels><?xml version="1.0" encoding="UTF-8" standalone="yes"?>
<Relationships xmlns="http://schemas.openxmlformats.org/package/2006/relationships"><Relationship Id="rId9" Type="http://schemas.openxmlformats.org/officeDocument/2006/relationships/tags" Target="../tags/tag2178.xml"/><Relationship Id="rId8" Type="http://schemas.openxmlformats.org/officeDocument/2006/relationships/tags" Target="../tags/tag217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17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75.xml"/><Relationship Id="rId13" Type="http://schemas.openxmlformats.org/officeDocument/2006/relationships/tags" Target="../tags/tag2182.xml"/><Relationship Id="rId12" Type="http://schemas.openxmlformats.org/officeDocument/2006/relationships/tags" Target="../tags/tag2181.xml"/><Relationship Id="rId11" Type="http://schemas.openxmlformats.org/officeDocument/2006/relationships/tags" Target="../tags/tag2180.xml"/><Relationship Id="rId10" Type="http://schemas.openxmlformats.org/officeDocument/2006/relationships/tags" Target="../tags/tag2179.xml"/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9" Type="http://schemas.openxmlformats.org/officeDocument/2006/relationships/tags" Target="../tags/tag2186.xml"/><Relationship Id="rId8" Type="http://schemas.openxmlformats.org/officeDocument/2006/relationships/tags" Target="../tags/tag218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18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83.xml"/><Relationship Id="rId12" Type="http://schemas.openxmlformats.org/officeDocument/2006/relationships/tags" Target="../tags/tag2189.xml"/><Relationship Id="rId11" Type="http://schemas.openxmlformats.org/officeDocument/2006/relationships/tags" Target="../tags/tag2188.xml"/><Relationship Id="rId10" Type="http://schemas.openxmlformats.org/officeDocument/2006/relationships/tags" Target="../tags/tag2187.xml"/><Relationship Id="rId1" Type="http://schemas.openxmlformats.org/officeDocument/2006/relationships/slideMaster" Target="../slideMasters/slideMaster17.xml"/></Relationships>
</file>

<file path=ppt/slideLayouts/_rels/slideLayout291.xml.rels><?xml version="1.0" encoding="UTF-8" standalone="yes"?>
<Relationships xmlns="http://schemas.openxmlformats.org/package/2006/relationships"><Relationship Id="rId9" Type="http://schemas.openxmlformats.org/officeDocument/2006/relationships/tags" Target="../tags/tag2193.xml"/><Relationship Id="rId8" Type="http://schemas.openxmlformats.org/officeDocument/2006/relationships/tags" Target="../tags/tag219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19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190.xml"/><Relationship Id="rId11" Type="http://schemas.openxmlformats.org/officeDocument/2006/relationships/tags" Target="../tags/tag2195.xml"/><Relationship Id="rId10" Type="http://schemas.openxmlformats.org/officeDocument/2006/relationships/tags" Target="../tags/tag2194.xml"/><Relationship Id="rId1" Type="http://schemas.openxmlformats.org/officeDocument/2006/relationships/slideMaster" Target="../slideMasters/slideMaster17.xml"/></Relationships>
</file>

<file path=ppt/slideLayouts/_rels/slideLayout292.xml.rels><?xml version="1.0" encoding="UTF-8" standalone="yes"?>
<Relationships xmlns="http://schemas.openxmlformats.org/package/2006/relationships"><Relationship Id="rId9" Type="http://schemas.openxmlformats.org/officeDocument/2006/relationships/tags" Target="../tags/tag2201.xml"/><Relationship Id="rId8" Type="http://schemas.openxmlformats.org/officeDocument/2006/relationships/tags" Target="../tags/tag2200.xml"/><Relationship Id="rId7" Type="http://schemas.openxmlformats.org/officeDocument/2006/relationships/tags" Target="../tags/tag2199.xml"/><Relationship Id="rId6" Type="http://schemas.openxmlformats.org/officeDocument/2006/relationships/tags" Target="../tags/tag2198.xml"/><Relationship Id="rId5" Type="http://schemas.openxmlformats.org/officeDocument/2006/relationships/tags" Target="../tags/tag2197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196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204.xml"/><Relationship Id="rId11" Type="http://schemas.openxmlformats.org/officeDocument/2006/relationships/tags" Target="../tags/tag2203.xml"/><Relationship Id="rId10" Type="http://schemas.openxmlformats.org/officeDocument/2006/relationships/tags" Target="../tags/tag2202.xml"/><Relationship Id="rId1" Type="http://schemas.openxmlformats.org/officeDocument/2006/relationships/slideMaster" Target="../slideMasters/slideMaster17.xml"/></Relationships>
</file>

<file path=ppt/slideLayouts/_rels/slideLayout293.xml.rels><?xml version="1.0" encoding="UTF-8" standalone="yes"?>
<Relationships xmlns="http://schemas.openxmlformats.org/package/2006/relationships"><Relationship Id="rId9" Type="http://schemas.openxmlformats.org/officeDocument/2006/relationships/tags" Target="../tags/tag2208.xml"/><Relationship Id="rId8" Type="http://schemas.openxmlformats.org/officeDocument/2006/relationships/tags" Target="../tags/tag220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220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2205.xml"/><Relationship Id="rId11" Type="http://schemas.openxmlformats.org/officeDocument/2006/relationships/tags" Target="../tags/tag2210.xml"/><Relationship Id="rId10" Type="http://schemas.openxmlformats.org/officeDocument/2006/relationships/tags" Target="../tags/tag2209.xml"/><Relationship Id="rId1" Type="http://schemas.openxmlformats.org/officeDocument/2006/relationships/slideMaster" Target="../slideMasters/slideMaster17.xml"/></Relationships>
</file>

<file path=ppt/slideLayouts/_rels/slideLayout294.xml.rels><?xml version="1.0" encoding="UTF-8" standalone="yes"?>
<Relationships xmlns="http://schemas.openxmlformats.org/package/2006/relationships"><Relationship Id="rId9" Type="http://schemas.openxmlformats.org/officeDocument/2006/relationships/tags" Target="../tags/tag221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1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12.xml"/><Relationship Id="rId2" Type="http://schemas.openxmlformats.org/officeDocument/2006/relationships/tags" Target="../tags/tag2211.xml"/><Relationship Id="rId13" Type="http://schemas.openxmlformats.org/officeDocument/2006/relationships/tags" Target="../tags/tag2218.xml"/><Relationship Id="rId12" Type="http://schemas.openxmlformats.org/officeDocument/2006/relationships/tags" Target="../tags/tag2217.xml"/><Relationship Id="rId11" Type="http://schemas.openxmlformats.org/officeDocument/2006/relationships/tags" Target="../tags/tag2216.xml"/><Relationship Id="rId10" Type="http://schemas.openxmlformats.org/officeDocument/2006/relationships/tags" Target="../tags/tag2215.xml"/><Relationship Id="rId1" Type="http://schemas.openxmlformats.org/officeDocument/2006/relationships/slideMaster" Target="../slideMasters/slideMaster17.xml"/></Relationships>
</file>

<file path=ppt/slideLayouts/_rels/slideLayout295.xml.rels><?xml version="1.0" encoding="UTF-8" standalone="yes"?>
<Relationships xmlns="http://schemas.openxmlformats.org/package/2006/relationships"><Relationship Id="rId9" Type="http://schemas.openxmlformats.org/officeDocument/2006/relationships/tags" Target="../tags/tag2224.xml"/><Relationship Id="rId8" Type="http://schemas.openxmlformats.org/officeDocument/2006/relationships/tags" Target="../tags/tag2223.xml"/><Relationship Id="rId7" Type="http://schemas.openxmlformats.org/officeDocument/2006/relationships/tags" Target="../tags/tag2222.xml"/><Relationship Id="rId6" Type="http://schemas.openxmlformats.org/officeDocument/2006/relationships/tags" Target="../tags/tag222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20.xml"/><Relationship Id="rId2" Type="http://schemas.openxmlformats.org/officeDocument/2006/relationships/tags" Target="../tags/tag2219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2226.xml"/><Relationship Id="rId10" Type="http://schemas.openxmlformats.org/officeDocument/2006/relationships/tags" Target="../tags/tag2225.xml"/><Relationship Id="rId1" Type="http://schemas.openxmlformats.org/officeDocument/2006/relationships/slideMaster" Target="../slideMasters/slideMaster17.xml"/></Relationships>
</file>

<file path=ppt/slideLayouts/_rels/slideLayout296.xml.rels><?xml version="1.0" encoding="UTF-8" standalone="yes"?>
<Relationships xmlns="http://schemas.openxmlformats.org/package/2006/relationships"><Relationship Id="rId9" Type="http://schemas.openxmlformats.org/officeDocument/2006/relationships/tags" Target="../tags/tag2230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29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28.xml"/><Relationship Id="rId2" Type="http://schemas.openxmlformats.org/officeDocument/2006/relationships/tags" Target="../tags/tag2227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tags" Target="../tags/tag2235.xml"/><Relationship Id="rId13" Type="http://schemas.openxmlformats.org/officeDocument/2006/relationships/tags" Target="../tags/tag2234.xml"/><Relationship Id="rId12" Type="http://schemas.openxmlformats.org/officeDocument/2006/relationships/tags" Target="../tags/tag2233.xml"/><Relationship Id="rId11" Type="http://schemas.openxmlformats.org/officeDocument/2006/relationships/tags" Target="../tags/tag2232.xml"/><Relationship Id="rId10" Type="http://schemas.openxmlformats.org/officeDocument/2006/relationships/tags" Target="../tags/tag2231.xml"/><Relationship Id="rId1" Type="http://schemas.openxmlformats.org/officeDocument/2006/relationships/slideMaster" Target="../slideMasters/slideMaster17.xml"/></Relationships>
</file>

<file path=ppt/slideLayouts/_rels/slideLayout297.xml.rels><?xml version="1.0" encoding="UTF-8" standalone="yes"?>
<Relationships xmlns="http://schemas.openxmlformats.org/package/2006/relationships"><Relationship Id="rId9" Type="http://schemas.openxmlformats.org/officeDocument/2006/relationships/tags" Target="../tags/tag223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3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37.xml"/><Relationship Id="rId2" Type="http://schemas.openxmlformats.org/officeDocument/2006/relationships/tags" Target="../tags/tag2236.xml"/><Relationship Id="rId14" Type="http://schemas.openxmlformats.org/officeDocument/2006/relationships/tags" Target="../tags/tag2244.xml"/><Relationship Id="rId13" Type="http://schemas.openxmlformats.org/officeDocument/2006/relationships/tags" Target="../tags/tag2243.xml"/><Relationship Id="rId12" Type="http://schemas.openxmlformats.org/officeDocument/2006/relationships/tags" Target="../tags/tag2242.xml"/><Relationship Id="rId11" Type="http://schemas.openxmlformats.org/officeDocument/2006/relationships/tags" Target="../tags/tag2241.xml"/><Relationship Id="rId10" Type="http://schemas.openxmlformats.org/officeDocument/2006/relationships/tags" Target="../tags/tag2240.xml"/><Relationship Id="rId1" Type="http://schemas.openxmlformats.org/officeDocument/2006/relationships/slideMaster" Target="../slideMasters/slideMaster17.xml"/></Relationships>
</file>

<file path=ppt/slideLayouts/_rels/slideLayout298.xml.rels><?xml version="1.0" encoding="UTF-8" standalone="yes"?>
<Relationships xmlns="http://schemas.openxmlformats.org/package/2006/relationships"><Relationship Id="rId9" Type="http://schemas.openxmlformats.org/officeDocument/2006/relationships/tags" Target="../tags/tag224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4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46.xml"/><Relationship Id="rId2" Type="http://schemas.openxmlformats.org/officeDocument/2006/relationships/tags" Target="../tags/tag2245.xml"/><Relationship Id="rId18" Type="http://schemas.openxmlformats.org/officeDocument/2006/relationships/image" Target="../media/image16.svg"/><Relationship Id="rId17" Type="http://schemas.openxmlformats.org/officeDocument/2006/relationships/image" Target="../media/image15.png"/><Relationship Id="rId16" Type="http://schemas.openxmlformats.org/officeDocument/2006/relationships/tags" Target="../tags/tag2255.xml"/><Relationship Id="rId15" Type="http://schemas.openxmlformats.org/officeDocument/2006/relationships/tags" Target="../tags/tag2254.xml"/><Relationship Id="rId14" Type="http://schemas.openxmlformats.org/officeDocument/2006/relationships/tags" Target="../tags/tag2253.xml"/><Relationship Id="rId13" Type="http://schemas.openxmlformats.org/officeDocument/2006/relationships/tags" Target="../tags/tag2252.xml"/><Relationship Id="rId12" Type="http://schemas.openxmlformats.org/officeDocument/2006/relationships/tags" Target="../tags/tag2251.xml"/><Relationship Id="rId11" Type="http://schemas.openxmlformats.org/officeDocument/2006/relationships/tags" Target="../tags/tag2250.xml"/><Relationship Id="rId10" Type="http://schemas.openxmlformats.org/officeDocument/2006/relationships/tags" Target="../tags/tag2249.xml"/><Relationship Id="rId1" Type="http://schemas.openxmlformats.org/officeDocument/2006/relationships/slideMaster" Target="../slideMasters/slideMaster17.xml"/></Relationships>
</file>

<file path=ppt/slideLayouts/_rels/slideLayout299.xml.rels><?xml version="1.0" encoding="UTF-8" standalone="yes"?>
<Relationships xmlns="http://schemas.openxmlformats.org/package/2006/relationships"><Relationship Id="rId9" Type="http://schemas.openxmlformats.org/officeDocument/2006/relationships/tags" Target="../tags/tag225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25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57.xml"/><Relationship Id="rId2" Type="http://schemas.openxmlformats.org/officeDocument/2006/relationships/tags" Target="../tags/tag2256.xml"/><Relationship Id="rId13" Type="http://schemas.openxmlformats.org/officeDocument/2006/relationships/tags" Target="../tags/tag2263.xml"/><Relationship Id="rId12" Type="http://schemas.openxmlformats.org/officeDocument/2006/relationships/tags" Target="../tags/tag2262.xml"/><Relationship Id="rId11" Type="http://schemas.openxmlformats.org/officeDocument/2006/relationships/tags" Target="../tags/tag2261.xml"/><Relationship Id="rId10" Type="http://schemas.openxmlformats.org/officeDocument/2006/relationships/tags" Target="../tags/tag2260.xml"/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2921000" y="4758691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2921000" y="3156586"/>
            <a:ext cx="635000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None/>
              <a:defRPr sz="7200" b="0" spc="7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8"/>
            </p:custDataLst>
          </p:nvPr>
        </p:nvSpPr>
        <p:spPr>
          <a:xfrm>
            <a:off x="1757045" y="3912235"/>
            <a:ext cx="5598160" cy="55562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9"/>
            </p:custDataLst>
          </p:nvPr>
        </p:nvSpPr>
        <p:spPr>
          <a:xfrm>
            <a:off x="1756728" y="2941321"/>
            <a:ext cx="5598795" cy="97091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4316730" y="2264728"/>
            <a:ext cx="3558540" cy="3080385"/>
            <a:chOff x="6798" y="2568"/>
            <a:chExt cx="5604" cy="4851"/>
          </a:xfrm>
        </p:grpSpPr>
        <p:sp>
          <p:nvSpPr>
            <p:cNvPr id="9" name="任意多边形 6"/>
            <p:cNvSpPr/>
            <p:nvPr>
              <p:custDataLst>
                <p:tags r:id="rId9"/>
              </p:custDataLst>
            </p:nvPr>
          </p:nvSpPr>
          <p:spPr>
            <a:xfrm rot="10800000">
              <a:off x="6798" y="6625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5"/>
            <p:cNvSpPr/>
            <p:nvPr>
              <p:custDataLst>
                <p:tags r:id="rId10"/>
              </p:custDataLst>
            </p:nvPr>
          </p:nvSpPr>
          <p:spPr>
            <a:xfrm>
              <a:off x="6798" y="2568"/>
              <a:ext cx="5605" cy="795"/>
            </a:xfrm>
            <a:custGeom>
              <a:avLst/>
              <a:gdLst>
                <a:gd name="connsiteX0" fmla="*/ 0 w 6430"/>
                <a:gd name="connsiteY0" fmla="*/ 1187 h 1232"/>
                <a:gd name="connsiteX1" fmla="*/ 0 w 6430"/>
                <a:gd name="connsiteY1" fmla="*/ 0 h 1232"/>
                <a:gd name="connsiteX2" fmla="*/ 6430 w 6430"/>
                <a:gd name="connsiteY2" fmla="*/ 0 h 1232"/>
                <a:gd name="connsiteX3" fmla="*/ 6430 w 6430"/>
                <a:gd name="connsiteY3" fmla="*/ 1232 h 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0" h="1232">
                  <a:moveTo>
                    <a:pt x="0" y="1187"/>
                  </a:moveTo>
                  <a:lnTo>
                    <a:pt x="0" y="0"/>
                  </a:lnTo>
                  <a:lnTo>
                    <a:pt x="6430" y="0"/>
                  </a:lnTo>
                  <a:lnTo>
                    <a:pt x="6430" y="1232"/>
                  </a:lnTo>
                </a:path>
              </a:pathLst>
            </a:cu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2921000" y="4371023"/>
            <a:ext cx="6350000" cy="361315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2"/>
            </p:custDataLst>
          </p:nvPr>
        </p:nvSpPr>
        <p:spPr>
          <a:xfrm>
            <a:off x="3413760" y="2911793"/>
            <a:ext cx="5365750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510" y="-545465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图片 5" descr="长标—标准字体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3" name="图片 12" descr="长标—标准字体"/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6700"/>
            <a:ext cx="720090" cy="611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" name="图片 14" descr="长标—标准字体"/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2576"/>
            <a:ext cx="1620202" cy="137542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svg"/><Relationship Id="rId18" Type="http://schemas.openxmlformats.org/officeDocument/2006/relationships/image" Target="../media/image1.png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7" Type="http://schemas.openxmlformats.org/officeDocument/2006/relationships/theme" Target="../theme/theme2.xml"/><Relationship Id="rId26" Type="http://schemas.openxmlformats.org/officeDocument/2006/relationships/image" Target="../media/image2.svg"/><Relationship Id="rId25" Type="http://schemas.openxmlformats.org/officeDocument/2006/relationships/image" Target="../media/image1.png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tags" Target="../tags/tag197.xml"/><Relationship Id="rId21" Type="http://schemas.openxmlformats.org/officeDocument/2006/relationships/tags" Target="../tags/tag196.xml"/><Relationship Id="rId20" Type="http://schemas.openxmlformats.org/officeDocument/2006/relationships/tags" Target="../tags/tag19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94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7" Type="http://schemas.openxmlformats.org/officeDocument/2006/relationships/theme" Target="../theme/theme3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337.xml"/><Relationship Id="rId23" Type="http://schemas.openxmlformats.org/officeDocument/2006/relationships/tags" Target="../tags/tag336.xml"/><Relationship Id="rId22" Type="http://schemas.openxmlformats.org/officeDocument/2006/relationships/tags" Target="../tags/tag335.xml"/><Relationship Id="rId21" Type="http://schemas.openxmlformats.org/officeDocument/2006/relationships/tags" Target="../tags/tag334.xml"/><Relationship Id="rId20" Type="http://schemas.openxmlformats.org/officeDocument/2006/relationships/tags" Target="../tags/tag333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332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7" Type="http://schemas.openxmlformats.org/officeDocument/2006/relationships/theme" Target="../theme/theme4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475.xml"/><Relationship Id="rId23" Type="http://schemas.openxmlformats.org/officeDocument/2006/relationships/tags" Target="../tags/tag474.xml"/><Relationship Id="rId22" Type="http://schemas.openxmlformats.org/officeDocument/2006/relationships/tags" Target="../tags/tag473.xml"/><Relationship Id="rId21" Type="http://schemas.openxmlformats.org/officeDocument/2006/relationships/tags" Target="../tags/tag472.xml"/><Relationship Id="rId20" Type="http://schemas.openxmlformats.org/officeDocument/2006/relationships/tags" Target="../tags/tag471.xml"/><Relationship Id="rId2" Type="http://schemas.openxmlformats.org/officeDocument/2006/relationships/slideLayout" Target="../slideLayouts/slideLayout49.xml"/><Relationship Id="rId19" Type="http://schemas.openxmlformats.org/officeDocument/2006/relationships/tags" Target="../tags/tag470.xml"/><Relationship Id="rId18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7" Type="http://schemas.openxmlformats.org/officeDocument/2006/relationships/theme" Target="../theme/theme5.xml"/><Relationship Id="rId26" Type="http://schemas.openxmlformats.org/officeDocument/2006/relationships/image" Target="../media/image10.svg"/><Relationship Id="rId25" Type="http://schemas.openxmlformats.org/officeDocument/2006/relationships/image" Target="../media/image8.png"/><Relationship Id="rId24" Type="http://schemas.openxmlformats.org/officeDocument/2006/relationships/tags" Target="../tags/tag613.xml"/><Relationship Id="rId23" Type="http://schemas.openxmlformats.org/officeDocument/2006/relationships/tags" Target="../tags/tag612.xml"/><Relationship Id="rId22" Type="http://schemas.openxmlformats.org/officeDocument/2006/relationships/tags" Target="../tags/tag611.xml"/><Relationship Id="rId21" Type="http://schemas.openxmlformats.org/officeDocument/2006/relationships/tags" Target="../tags/tag610.xml"/><Relationship Id="rId20" Type="http://schemas.openxmlformats.org/officeDocument/2006/relationships/tags" Target="../tags/tag609.xml"/><Relationship Id="rId2" Type="http://schemas.openxmlformats.org/officeDocument/2006/relationships/slideLayout" Target="../slideLayouts/slideLayout67.xml"/><Relationship Id="rId19" Type="http://schemas.openxmlformats.org/officeDocument/2006/relationships/tags" Target="../tags/tag608.xml"/><Relationship Id="rId18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7" Type="http://schemas.openxmlformats.org/officeDocument/2006/relationships/theme" Target="../theme/theme6.xml"/><Relationship Id="rId26" Type="http://schemas.openxmlformats.org/officeDocument/2006/relationships/image" Target="../media/image10.svg"/><Relationship Id="rId25" Type="http://schemas.openxmlformats.org/officeDocument/2006/relationships/image" Target="../media/image8.png"/><Relationship Id="rId24" Type="http://schemas.openxmlformats.org/officeDocument/2006/relationships/tags" Target="../tags/tag751.xml"/><Relationship Id="rId23" Type="http://schemas.openxmlformats.org/officeDocument/2006/relationships/tags" Target="../tags/tag750.xml"/><Relationship Id="rId22" Type="http://schemas.openxmlformats.org/officeDocument/2006/relationships/tags" Target="../tags/tag749.xml"/><Relationship Id="rId21" Type="http://schemas.openxmlformats.org/officeDocument/2006/relationships/tags" Target="../tags/tag748.xml"/><Relationship Id="rId20" Type="http://schemas.openxmlformats.org/officeDocument/2006/relationships/tags" Target="../tags/tag747.xml"/><Relationship Id="rId2" Type="http://schemas.openxmlformats.org/officeDocument/2006/relationships/slideLayout" Target="../slideLayouts/slideLayout85.xml"/><Relationship Id="rId19" Type="http://schemas.openxmlformats.org/officeDocument/2006/relationships/tags" Target="../tags/tag746.xml"/><Relationship Id="rId18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7" Type="http://schemas.openxmlformats.org/officeDocument/2006/relationships/theme" Target="../theme/theme7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889.xml"/><Relationship Id="rId23" Type="http://schemas.openxmlformats.org/officeDocument/2006/relationships/tags" Target="../tags/tag888.xml"/><Relationship Id="rId22" Type="http://schemas.openxmlformats.org/officeDocument/2006/relationships/tags" Target="../tags/tag887.xml"/><Relationship Id="rId21" Type="http://schemas.openxmlformats.org/officeDocument/2006/relationships/tags" Target="../tags/tag886.xml"/><Relationship Id="rId20" Type="http://schemas.openxmlformats.org/officeDocument/2006/relationships/tags" Target="../tags/tag885.xml"/><Relationship Id="rId2" Type="http://schemas.openxmlformats.org/officeDocument/2006/relationships/slideLayout" Target="../slideLayouts/slideLayout103.xml"/><Relationship Id="rId19" Type="http://schemas.openxmlformats.org/officeDocument/2006/relationships/tags" Target="../tags/tag884.xml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2.xml"/><Relationship Id="rId27" Type="http://schemas.openxmlformats.org/officeDocument/2006/relationships/theme" Target="../theme/theme8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027.xml"/><Relationship Id="rId23" Type="http://schemas.openxmlformats.org/officeDocument/2006/relationships/tags" Target="../tags/tag1026.xml"/><Relationship Id="rId22" Type="http://schemas.openxmlformats.org/officeDocument/2006/relationships/tags" Target="../tags/tag1025.xml"/><Relationship Id="rId21" Type="http://schemas.openxmlformats.org/officeDocument/2006/relationships/tags" Target="../tags/tag1024.xml"/><Relationship Id="rId20" Type="http://schemas.openxmlformats.org/officeDocument/2006/relationships/tags" Target="../tags/tag1023.xml"/><Relationship Id="rId2" Type="http://schemas.openxmlformats.org/officeDocument/2006/relationships/slideLayout" Target="../slideLayouts/slideLayout121.xml"/><Relationship Id="rId19" Type="http://schemas.openxmlformats.org/officeDocument/2006/relationships/tags" Target="../tags/tag1022.xml"/><Relationship Id="rId18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6.xml"/><Relationship Id="rId8" Type="http://schemas.openxmlformats.org/officeDocument/2006/relationships/slideLayout" Target="../slideLayouts/slideLayout145.xml"/><Relationship Id="rId7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40.xml"/><Relationship Id="rId27" Type="http://schemas.openxmlformats.org/officeDocument/2006/relationships/theme" Target="../theme/theme9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1165.xml"/><Relationship Id="rId23" Type="http://schemas.openxmlformats.org/officeDocument/2006/relationships/tags" Target="../tags/tag1164.xml"/><Relationship Id="rId22" Type="http://schemas.openxmlformats.org/officeDocument/2006/relationships/tags" Target="../tags/tag1163.xml"/><Relationship Id="rId21" Type="http://schemas.openxmlformats.org/officeDocument/2006/relationships/tags" Target="../tags/tag1162.xml"/><Relationship Id="rId20" Type="http://schemas.openxmlformats.org/officeDocument/2006/relationships/tags" Target="../tags/tag1161.xml"/><Relationship Id="rId2" Type="http://schemas.openxmlformats.org/officeDocument/2006/relationships/slideLayout" Target="../slideLayouts/slideLayout139.xml"/><Relationship Id="rId19" Type="http://schemas.openxmlformats.org/officeDocument/2006/relationships/tags" Target="../tags/tag1160.xml"/><Relationship Id="rId18" Type="http://schemas.openxmlformats.org/officeDocument/2006/relationships/slideLayout" Target="../slideLayouts/slideLayout155.xml"/><Relationship Id="rId17" Type="http://schemas.openxmlformats.org/officeDocument/2006/relationships/slideLayout" Target="../slideLayouts/slideLayout154.xml"/><Relationship Id="rId16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2.xml"/><Relationship Id="rId14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3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4.xml"/><Relationship Id="rId8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58.xml"/><Relationship Id="rId27" Type="http://schemas.openxmlformats.org/officeDocument/2006/relationships/theme" Target="../theme/theme10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303.xml"/><Relationship Id="rId23" Type="http://schemas.openxmlformats.org/officeDocument/2006/relationships/tags" Target="../tags/tag1302.xml"/><Relationship Id="rId22" Type="http://schemas.openxmlformats.org/officeDocument/2006/relationships/tags" Target="../tags/tag1301.xml"/><Relationship Id="rId21" Type="http://schemas.openxmlformats.org/officeDocument/2006/relationships/tags" Target="../tags/tag1300.xml"/><Relationship Id="rId20" Type="http://schemas.openxmlformats.org/officeDocument/2006/relationships/tags" Target="../tags/tag1299.xml"/><Relationship Id="rId2" Type="http://schemas.openxmlformats.org/officeDocument/2006/relationships/slideLayout" Target="../slideLayouts/slideLayout157.xml"/><Relationship Id="rId19" Type="http://schemas.openxmlformats.org/officeDocument/2006/relationships/tags" Target="../tags/tag1298.xml"/><Relationship Id="rId18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56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76.xml"/><Relationship Id="rId27" Type="http://schemas.openxmlformats.org/officeDocument/2006/relationships/theme" Target="../theme/theme11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441.xml"/><Relationship Id="rId23" Type="http://schemas.openxmlformats.org/officeDocument/2006/relationships/tags" Target="../tags/tag1440.xml"/><Relationship Id="rId22" Type="http://schemas.openxmlformats.org/officeDocument/2006/relationships/tags" Target="../tags/tag1439.xml"/><Relationship Id="rId21" Type="http://schemas.openxmlformats.org/officeDocument/2006/relationships/tags" Target="../tags/tag1438.xml"/><Relationship Id="rId20" Type="http://schemas.openxmlformats.org/officeDocument/2006/relationships/tags" Target="../tags/tag1437.xml"/><Relationship Id="rId2" Type="http://schemas.openxmlformats.org/officeDocument/2006/relationships/slideLayout" Target="../slideLayouts/slideLayout175.xml"/><Relationship Id="rId19" Type="http://schemas.openxmlformats.org/officeDocument/2006/relationships/tags" Target="../tags/tag1436.xml"/><Relationship Id="rId18" Type="http://schemas.openxmlformats.org/officeDocument/2006/relationships/slideLayout" Target="../slideLayouts/slideLayout191.xml"/><Relationship Id="rId17" Type="http://schemas.openxmlformats.org/officeDocument/2006/relationships/slideLayout" Target="../slideLayouts/slideLayout190.xml"/><Relationship Id="rId16" Type="http://schemas.openxmlformats.org/officeDocument/2006/relationships/slideLayout" Target="../slideLayouts/slideLayout189.xml"/><Relationship Id="rId15" Type="http://schemas.openxmlformats.org/officeDocument/2006/relationships/slideLayout" Target="../slideLayouts/slideLayout188.xml"/><Relationship Id="rId14" Type="http://schemas.openxmlformats.org/officeDocument/2006/relationships/slideLayout" Target="../slideLayouts/slideLayout187.xml"/><Relationship Id="rId13" Type="http://schemas.openxmlformats.org/officeDocument/2006/relationships/slideLayout" Target="../slideLayouts/slideLayout186.xml"/><Relationship Id="rId12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74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4.xml"/><Relationship Id="rId27" Type="http://schemas.openxmlformats.org/officeDocument/2006/relationships/theme" Target="../theme/theme12.xml"/><Relationship Id="rId26" Type="http://schemas.openxmlformats.org/officeDocument/2006/relationships/image" Target="../media/image12.svg"/><Relationship Id="rId25" Type="http://schemas.openxmlformats.org/officeDocument/2006/relationships/image" Target="../media/image8.png"/><Relationship Id="rId24" Type="http://schemas.openxmlformats.org/officeDocument/2006/relationships/tags" Target="../tags/tag1579.xml"/><Relationship Id="rId23" Type="http://schemas.openxmlformats.org/officeDocument/2006/relationships/tags" Target="../tags/tag1578.xml"/><Relationship Id="rId22" Type="http://schemas.openxmlformats.org/officeDocument/2006/relationships/tags" Target="../tags/tag1577.xml"/><Relationship Id="rId21" Type="http://schemas.openxmlformats.org/officeDocument/2006/relationships/tags" Target="../tags/tag1576.xml"/><Relationship Id="rId20" Type="http://schemas.openxmlformats.org/officeDocument/2006/relationships/tags" Target="../tags/tag1575.xml"/><Relationship Id="rId2" Type="http://schemas.openxmlformats.org/officeDocument/2006/relationships/slideLayout" Target="../slideLayouts/slideLayout193.xml"/><Relationship Id="rId19" Type="http://schemas.openxmlformats.org/officeDocument/2006/relationships/tags" Target="../tags/tag1574.xml"/><Relationship Id="rId18" Type="http://schemas.openxmlformats.org/officeDocument/2006/relationships/slideLayout" Target="../slideLayouts/slideLayout209.xml"/><Relationship Id="rId17" Type="http://schemas.openxmlformats.org/officeDocument/2006/relationships/slideLayout" Target="../slideLayouts/slideLayout208.xml"/><Relationship Id="rId16" Type="http://schemas.openxmlformats.org/officeDocument/2006/relationships/slideLayout" Target="../slideLayouts/slideLayout207.xml"/><Relationship Id="rId15" Type="http://schemas.openxmlformats.org/officeDocument/2006/relationships/slideLayout" Target="../slideLayouts/slideLayout206.xml"/><Relationship Id="rId14" Type="http://schemas.openxmlformats.org/officeDocument/2006/relationships/slideLayout" Target="../slideLayouts/slideLayout205.xml"/><Relationship Id="rId13" Type="http://schemas.openxmlformats.org/officeDocument/2006/relationships/slideLayout" Target="../slideLayouts/slideLayout204.xml"/><Relationship Id="rId12" Type="http://schemas.openxmlformats.org/officeDocument/2006/relationships/slideLayout" Target="../slideLayouts/slideLayout203.xml"/><Relationship Id="rId11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1.xml"/><Relationship Id="rId1" Type="http://schemas.openxmlformats.org/officeDocument/2006/relationships/slideLayout" Target="../slideLayouts/slideLayout19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7" Type="http://schemas.openxmlformats.org/officeDocument/2006/relationships/theme" Target="../theme/theme13.xml"/><Relationship Id="rId26" Type="http://schemas.openxmlformats.org/officeDocument/2006/relationships/image" Target="../media/image13.svg"/><Relationship Id="rId25" Type="http://schemas.openxmlformats.org/officeDocument/2006/relationships/image" Target="../media/image8.png"/><Relationship Id="rId24" Type="http://schemas.openxmlformats.org/officeDocument/2006/relationships/tags" Target="../tags/tag1717.xml"/><Relationship Id="rId23" Type="http://schemas.openxmlformats.org/officeDocument/2006/relationships/tags" Target="../tags/tag1716.xml"/><Relationship Id="rId22" Type="http://schemas.openxmlformats.org/officeDocument/2006/relationships/tags" Target="../tags/tag1715.xml"/><Relationship Id="rId21" Type="http://schemas.openxmlformats.org/officeDocument/2006/relationships/tags" Target="../tags/tag1714.xml"/><Relationship Id="rId20" Type="http://schemas.openxmlformats.org/officeDocument/2006/relationships/tags" Target="../tags/tag1713.xml"/><Relationship Id="rId2" Type="http://schemas.openxmlformats.org/officeDocument/2006/relationships/slideLayout" Target="../slideLayouts/slideLayout211.xml"/><Relationship Id="rId19" Type="http://schemas.openxmlformats.org/officeDocument/2006/relationships/tags" Target="../tags/tag1712.xml"/><Relationship Id="rId18" Type="http://schemas.openxmlformats.org/officeDocument/2006/relationships/slideLayout" Target="../slideLayouts/slideLayout227.xml"/><Relationship Id="rId17" Type="http://schemas.openxmlformats.org/officeDocument/2006/relationships/slideLayout" Target="../slideLayouts/slideLayout226.xml"/><Relationship Id="rId16" Type="http://schemas.openxmlformats.org/officeDocument/2006/relationships/slideLayout" Target="../slideLayouts/slideLayout225.xml"/><Relationship Id="rId15" Type="http://schemas.openxmlformats.org/officeDocument/2006/relationships/slideLayout" Target="../slideLayouts/slideLayout224.xml"/><Relationship Id="rId14" Type="http://schemas.openxmlformats.org/officeDocument/2006/relationships/slideLayout" Target="../slideLayouts/slideLayout223.xml"/><Relationship Id="rId13" Type="http://schemas.openxmlformats.org/officeDocument/2006/relationships/slideLayout" Target="../slideLayouts/slideLayout222.xml"/><Relationship Id="rId12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6.xml"/><Relationship Id="rId8" Type="http://schemas.openxmlformats.org/officeDocument/2006/relationships/slideLayout" Target="../slideLayouts/slideLayout235.xml"/><Relationship Id="rId7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232.xml"/><Relationship Id="rId4" Type="http://schemas.openxmlformats.org/officeDocument/2006/relationships/slideLayout" Target="../slideLayouts/slideLayout231.xml"/><Relationship Id="rId3" Type="http://schemas.openxmlformats.org/officeDocument/2006/relationships/slideLayout" Target="../slideLayouts/slideLayout230.xml"/><Relationship Id="rId27" Type="http://schemas.openxmlformats.org/officeDocument/2006/relationships/theme" Target="../theme/theme14.xml"/><Relationship Id="rId26" Type="http://schemas.openxmlformats.org/officeDocument/2006/relationships/image" Target="../media/image11.svg"/><Relationship Id="rId25" Type="http://schemas.openxmlformats.org/officeDocument/2006/relationships/image" Target="../media/image8.png"/><Relationship Id="rId24" Type="http://schemas.openxmlformats.org/officeDocument/2006/relationships/tags" Target="../tags/tag1855.xml"/><Relationship Id="rId23" Type="http://schemas.openxmlformats.org/officeDocument/2006/relationships/tags" Target="../tags/tag1854.xml"/><Relationship Id="rId22" Type="http://schemas.openxmlformats.org/officeDocument/2006/relationships/tags" Target="../tags/tag1853.xml"/><Relationship Id="rId21" Type="http://schemas.openxmlformats.org/officeDocument/2006/relationships/tags" Target="../tags/tag1852.xml"/><Relationship Id="rId20" Type="http://schemas.openxmlformats.org/officeDocument/2006/relationships/tags" Target="../tags/tag1851.xml"/><Relationship Id="rId2" Type="http://schemas.openxmlformats.org/officeDocument/2006/relationships/slideLayout" Target="../slideLayouts/slideLayout229.xml"/><Relationship Id="rId19" Type="http://schemas.openxmlformats.org/officeDocument/2006/relationships/tags" Target="../tags/tag1850.xml"/><Relationship Id="rId18" Type="http://schemas.openxmlformats.org/officeDocument/2006/relationships/slideLayout" Target="../slideLayouts/slideLayout245.xml"/><Relationship Id="rId17" Type="http://schemas.openxmlformats.org/officeDocument/2006/relationships/slideLayout" Target="../slideLayouts/slideLayout244.xml"/><Relationship Id="rId16" Type="http://schemas.openxmlformats.org/officeDocument/2006/relationships/slideLayout" Target="../slideLayouts/slideLayout243.xml"/><Relationship Id="rId15" Type="http://schemas.openxmlformats.org/officeDocument/2006/relationships/slideLayout" Target="../slideLayouts/slideLayout242.xml"/><Relationship Id="rId14" Type="http://schemas.openxmlformats.org/officeDocument/2006/relationships/slideLayout" Target="../slideLayouts/slideLayout241.xml"/><Relationship Id="rId13" Type="http://schemas.openxmlformats.org/officeDocument/2006/relationships/slideLayout" Target="../slideLayouts/slideLayout240.xml"/><Relationship Id="rId12" Type="http://schemas.openxmlformats.org/officeDocument/2006/relationships/slideLayout" Target="../slideLayouts/slideLayout239.xml"/><Relationship Id="rId11" Type="http://schemas.openxmlformats.org/officeDocument/2006/relationships/slideLayout" Target="../slideLayouts/slideLayout238.xml"/><Relationship Id="rId10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22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4.xml"/><Relationship Id="rId8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2.xml"/><Relationship Id="rId6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48.xml"/><Relationship Id="rId27" Type="http://schemas.openxmlformats.org/officeDocument/2006/relationships/theme" Target="../theme/theme15.xml"/><Relationship Id="rId26" Type="http://schemas.openxmlformats.org/officeDocument/2006/relationships/image" Target="../media/image14.svg"/><Relationship Id="rId25" Type="http://schemas.openxmlformats.org/officeDocument/2006/relationships/image" Target="../media/image8.png"/><Relationship Id="rId24" Type="http://schemas.openxmlformats.org/officeDocument/2006/relationships/tags" Target="../tags/tag1993.xml"/><Relationship Id="rId23" Type="http://schemas.openxmlformats.org/officeDocument/2006/relationships/tags" Target="../tags/tag1992.xml"/><Relationship Id="rId22" Type="http://schemas.openxmlformats.org/officeDocument/2006/relationships/tags" Target="../tags/tag1991.xml"/><Relationship Id="rId21" Type="http://schemas.openxmlformats.org/officeDocument/2006/relationships/tags" Target="../tags/tag1990.xml"/><Relationship Id="rId20" Type="http://schemas.openxmlformats.org/officeDocument/2006/relationships/tags" Target="../tags/tag1989.xml"/><Relationship Id="rId2" Type="http://schemas.openxmlformats.org/officeDocument/2006/relationships/slideLayout" Target="../slideLayouts/slideLayout247.xml"/><Relationship Id="rId19" Type="http://schemas.openxmlformats.org/officeDocument/2006/relationships/tags" Target="../tags/tag1988.xml"/><Relationship Id="rId18" Type="http://schemas.openxmlformats.org/officeDocument/2006/relationships/slideLayout" Target="../slideLayouts/slideLayout263.xml"/><Relationship Id="rId17" Type="http://schemas.openxmlformats.org/officeDocument/2006/relationships/slideLayout" Target="../slideLayouts/slideLayout262.xml"/><Relationship Id="rId16" Type="http://schemas.openxmlformats.org/officeDocument/2006/relationships/slideLayout" Target="../slideLayouts/slideLayout261.xml"/><Relationship Id="rId15" Type="http://schemas.openxmlformats.org/officeDocument/2006/relationships/slideLayout" Target="../slideLayouts/slideLayout260.xml"/><Relationship Id="rId14" Type="http://schemas.openxmlformats.org/officeDocument/2006/relationships/slideLayout" Target="../slideLayouts/slideLayout259.xml"/><Relationship Id="rId13" Type="http://schemas.openxmlformats.org/officeDocument/2006/relationships/slideLayout" Target="../slideLayouts/slideLayout258.xml"/><Relationship Id="rId12" Type="http://schemas.openxmlformats.org/officeDocument/2006/relationships/slideLayout" Target="../slideLayouts/slideLayout257.xml"/><Relationship Id="rId11" Type="http://schemas.openxmlformats.org/officeDocument/2006/relationships/slideLayout" Target="../slideLayouts/slideLayout256.xml"/><Relationship Id="rId10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46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2.xml"/><Relationship Id="rId8" Type="http://schemas.openxmlformats.org/officeDocument/2006/relationships/slideLayout" Target="../slideLayouts/slideLayout271.xml"/><Relationship Id="rId7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69.xml"/><Relationship Id="rId5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67.xml"/><Relationship Id="rId3" Type="http://schemas.openxmlformats.org/officeDocument/2006/relationships/slideLayout" Target="../slideLayouts/slideLayout266.xml"/><Relationship Id="rId27" Type="http://schemas.openxmlformats.org/officeDocument/2006/relationships/theme" Target="../theme/theme16.xml"/><Relationship Id="rId26" Type="http://schemas.openxmlformats.org/officeDocument/2006/relationships/image" Target="../media/image11.svg"/><Relationship Id="rId25" Type="http://schemas.openxmlformats.org/officeDocument/2006/relationships/image" Target="../media/image15.png"/><Relationship Id="rId24" Type="http://schemas.openxmlformats.org/officeDocument/2006/relationships/tags" Target="../tags/tag2131.xml"/><Relationship Id="rId23" Type="http://schemas.openxmlformats.org/officeDocument/2006/relationships/tags" Target="../tags/tag2130.xml"/><Relationship Id="rId22" Type="http://schemas.openxmlformats.org/officeDocument/2006/relationships/tags" Target="../tags/tag2129.xml"/><Relationship Id="rId21" Type="http://schemas.openxmlformats.org/officeDocument/2006/relationships/tags" Target="../tags/tag2128.xml"/><Relationship Id="rId20" Type="http://schemas.openxmlformats.org/officeDocument/2006/relationships/tags" Target="../tags/tag2127.xml"/><Relationship Id="rId2" Type="http://schemas.openxmlformats.org/officeDocument/2006/relationships/slideLayout" Target="../slideLayouts/slideLayout265.xml"/><Relationship Id="rId19" Type="http://schemas.openxmlformats.org/officeDocument/2006/relationships/tags" Target="../tags/tag2126.xml"/><Relationship Id="rId18" Type="http://schemas.openxmlformats.org/officeDocument/2006/relationships/slideLayout" Target="../slideLayouts/slideLayout281.xml"/><Relationship Id="rId17" Type="http://schemas.openxmlformats.org/officeDocument/2006/relationships/slideLayout" Target="../slideLayouts/slideLayout280.xml"/><Relationship Id="rId16" Type="http://schemas.openxmlformats.org/officeDocument/2006/relationships/slideLayout" Target="../slideLayouts/slideLayout279.xml"/><Relationship Id="rId15" Type="http://schemas.openxmlformats.org/officeDocument/2006/relationships/slideLayout" Target="../slideLayouts/slideLayout278.xml"/><Relationship Id="rId14" Type="http://schemas.openxmlformats.org/officeDocument/2006/relationships/slideLayout" Target="../slideLayouts/slideLayout277.xml"/><Relationship Id="rId13" Type="http://schemas.openxmlformats.org/officeDocument/2006/relationships/slideLayout" Target="../slideLayouts/slideLayout276.xml"/><Relationship Id="rId12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3.xml"/><Relationship Id="rId1" Type="http://schemas.openxmlformats.org/officeDocument/2006/relationships/slideLayout" Target="../slideLayouts/slideLayout264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0.xml"/><Relationship Id="rId8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88.xml"/><Relationship Id="rId6" Type="http://schemas.openxmlformats.org/officeDocument/2006/relationships/slideLayout" Target="../slideLayouts/slideLayout287.xml"/><Relationship Id="rId5" Type="http://schemas.openxmlformats.org/officeDocument/2006/relationships/slideLayout" Target="../slideLayouts/slideLayout286.xml"/><Relationship Id="rId4" Type="http://schemas.openxmlformats.org/officeDocument/2006/relationships/slideLayout" Target="../slideLayouts/slideLayout285.xml"/><Relationship Id="rId3" Type="http://schemas.openxmlformats.org/officeDocument/2006/relationships/slideLayout" Target="../slideLayouts/slideLayout284.xml"/><Relationship Id="rId27" Type="http://schemas.openxmlformats.org/officeDocument/2006/relationships/theme" Target="../theme/theme17.xml"/><Relationship Id="rId26" Type="http://schemas.openxmlformats.org/officeDocument/2006/relationships/image" Target="../media/image16.svg"/><Relationship Id="rId25" Type="http://schemas.openxmlformats.org/officeDocument/2006/relationships/image" Target="../media/image15.png"/><Relationship Id="rId24" Type="http://schemas.openxmlformats.org/officeDocument/2006/relationships/tags" Target="../tags/tag2269.xml"/><Relationship Id="rId23" Type="http://schemas.openxmlformats.org/officeDocument/2006/relationships/tags" Target="../tags/tag2268.xml"/><Relationship Id="rId22" Type="http://schemas.openxmlformats.org/officeDocument/2006/relationships/tags" Target="../tags/tag2267.xml"/><Relationship Id="rId21" Type="http://schemas.openxmlformats.org/officeDocument/2006/relationships/tags" Target="../tags/tag2266.xml"/><Relationship Id="rId20" Type="http://schemas.openxmlformats.org/officeDocument/2006/relationships/tags" Target="../tags/tag2265.xml"/><Relationship Id="rId2" Type="http://schemas.openxmlformats.org/officeDocument/2006/relationships/slideLayout" Target="../slideLayouts/slideLayout283.xml"/><Relationship Id="rId19" Type="http://schemas.openxmlformats.org/officeDocument/2006/relationships/tags" Target="../tags/tag2264.xml"/><Relationship Id="rId18" Type="http://schemas.openxmlformats.org/officeDocument/2006/relationships/slideLayout" Target="../slideLayouts/slideLayout299.xml"/><Relationship Id="rId17" Type="http://schemas.openxmlformats.org/officeDocument/2006/relationships/slideLayout" Target="../slideLayouts/slideLayout298.xml"/><Relationship Id="rId16" Type="http://schemas.openxmlformats.org/officeDocument/2006/relationships/slideLayout" Target="../slideLayouts/slideLayout297.xml"/><Relationship Id="rId15" Type="http://schemas.openxmlformats.org/officeDocument/2006/relationships/slideLayout" Target="../slideLayouts/slideLayout296.xml"/><Relationship Id="rId14" Type="http://schemas.openxmlformats.org/officeDocument/2006/relationships/slideLayout" Target="../slideLayouts/slideLayout295.xml"/><Relationship Id="rId13" Type="http://schemas.openxmlformats.org/officeDocument/2006/relationships/slideLayout" Target="../slideLayouts/slideLayout294.xml"/><Relationship Id="rId12" Type="http://schemas.openxmlformats.org/officeDocument/2006/relationships/slideLayout" Target="../slideLayouts/slideLayout293.xml"/><Relationship Id="rId11" Type="http://schemas.openxmlformats.org/officeDocument/2006/relationships/slideLayout" Target="../slideLayouts/slideLayout292.xml"/><Relationship Id="rId10" Type="http://schemas.openxmlformats.org/officeDocument/2006/relationships/slideLayout" Target="../slideLayouts/slideLayout291.xml"/><Relationship Id="rId1" Type="http://schemas.openxmlformats.org/officeDocument/2006/relationships/slideLayout" Target="../slideLayouts/slideLayout2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长标—标准字体"/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  <p:sldLayoutId id="2147483773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  <p:sldLayoutId id="2147483939" r:id="rId13"/>
    <p:sldLayoutId id="2147483940" r:id="rId14"/>
    <p:sldLayoutId id="2147483941" r:id="rId15"/>
    <p:sldLayoutId id="2147483942" r:id="rId16"/>
    <p:sldLayoutId id="2147483943" r:id="rId17"/>
    <p:sldLayoutId id="214748394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长标—标准字体"/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270510" y="-552450"/>
            <a:ext cx="2298065" cy="1625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  <p:sldLayoutId id="2147483962" r:id="rId17"/>
    <p:sldLayoutId id="2147483963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0.xml"/><Relationship Id="rId4" Type="http://schemas.openxmlformats.org/officeDocument/2006/relationships/tags" Target="../tags/tag2272.xml"/><Relationship Id="rId3" Type="http://schemas.openxmlformats.org/officeDocument/2006/relationships/tags" Target="../tags/tag2271.xml"/><Relationship Id="rId2" Type="http://schemas.openxmlformats.org/officeDocument/2006/relationships/image" Target="../media/image17.png"/><Relationship Id="rId1" Type="http://schemas.openxmlformats.org/officeDocument/2006/relationships/tags" Target="../tags/tag22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81.xml"/><Relationship Id="rId8" Type="http://schemas.openxmlformats.org/officeDocument/2006/relationships/tags" Target="../tags/tag2280.xml"/><Relationship Id="rId7" Type="http://schemas.openxmlformats.org/officeDocument/2006/relationships/tags" Target="../tags/tag2279.xml"/><Relationship Id="rId6" Type="http://schemas.openxmlformats.org/officeDocument/2006/relationships/tags" Target="../tags/tag2278.xml"/><Relationship Id="rId5" Type="http://schemas.openxmlformats.org/officeDocument/2006/relationships/tags" Target="../tags/tag2277.xml"/><Relationship Id="rId4" Type="http://schemas.openxmlformats.org/officeDocument/2006/relationships/tags" Target="../tags/tag2276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7.xml"/><Relationship Id="rId3" Type="http://schemas.openxmlformats.org/officeDocument/2006/relationships/tags" Target="../tags/tag2275.xml"/><Relationship Id="rId29" Type="http://schemas.openxmlformats.org/officeDocument/2006/relationships/tags" Target="../tags/tag2299.xml"/><Relationship Id="rId28" Type="http://schemas.openxmlformats.org/officeDocument/2006/relationships/image" Target="../media/image2.svg"/><Relationship Id="rId27" Type="http://schemas.openxmlformats.org/officeDocument/2006/relationships/image" Target="../media/image1.png"/><Relationship Id="rId26" Type="http://schemas.openxmlformats.org/officeDocument/2006/relationships/tags" Target="../tags/tag2298.xml"/><Relationship Id="rId25" Type="http://schemas.openxmlformats.org/officeDocument/2006/relationships/tags" Target="../tags/tag2297.xml"/><Relationship Id="rId24" Type="http://schemas.openxmlformats.org/officeDocument/2006/relationships/tags" Target="../tags/tag2296.xml"/><Relationship Id="rId23" Type="http://schemas.openxmlformats.org/officeDocument/2006/relationships/tags" Target="../tags/tag2295.xml"/><Relationship Id="rId22" Type="http://schemas.openxmlformats.org/officeDocument/2006/relationships/tags" Target="../tags/tag2294.xml"/><Relationship Id="rId21" Type="http://schemas.openxmlformats.org/officeDocument/2006/relationships/tags" Target="../tags/tag2293.xml"/><Relationship Id="rId20" Type="http://schemas.openxmlformats.org/officeDocument/2006/relationships/tags" Target="../tags/tag2292.xml"/><Relationship Id="rId2" Type="http://schemas.openxmlformats.org/officeDocument/2006/relationships/tags" Target="../tags/tag2274.xml"/><Relationship Id="rId19" Type="http://schemas.openxmlformats.org/officeDocument/2006/relationships/tags" Target="../tags/tag2291.xml"/><Relationship Id="rId18" Type="http://schemas.openxmlformats.org/officeDocument/2006/relationships/tags" Target="../tags/tag2290.xml"/><Relationship Id="rId17" Type="http://schemas.openxmlformats.org/officeDocument/2006/relationships/tags" Target="../tags/tag2289.xml"/><Relationship Id="rId16" Type="http://schemas.openxmlformats.org/officeDocument/2006/relationships/tags" Target="../tags/tag2288.xml"/><Relationship Id="rId15" Type="http://schemas.openxmlformats.org/officeDocument/2006/relationships/tags" Target="../tags/tag2287.xml"/><Relationship Id="rId14" Type="http://schemas.openxmlformats.org/officeDocument/2006/relationships/tags" Target="../tags/tag2286.xml"/><Relationship Id="rId13" Type="http://schemas.openxmlformats.org/officeDocument/2006/relationships/tags" Target="../tags/tag2285.xml"/><Relationship Id="rId12" Type="http://schemas.openxmlformats.org/officeDocument/2006/relationships/tags" Target="../tags/tag2284.xml"/><Relationship Id="rId11" Type="http://schemas.openxmlformats.org/officeDocument/2006/relationships/tags" Target="../tags/tag2283.xml"/><Relationship Id="rId10" Type="http://schemas.openxmlformats.org/officeDocument/2006/relationships/tags" Target="../tags/tag2282.xml"/><Relationship Id="rId1" Type="http://schemas.openxmlformats.org/officeDocument/2006/relationships/tags" Target="../tags/tag227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302.xml"/><Relationship Id="rId3" Type="http://schemas.openxmlformats.org/officeDocument/2006/relationships/image" Target="../media/image18.png"/><Relationship Id="rId2" Type="http://schemas.openxmlformats.org/officeDocument/2006/relationships/tags" Target="../tags/tag2301.xml"/><Relationship Id="rId1" Type="http://schemas.openxmlformats.org/officeDocument/2006/relationships/tags" Target="../tags/tag230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54.xml"/><Relationship Id="rId7" Type="http://schemas.openxmlformats.org/officeDocument/2006/relationships/tags" Target="../tags/tag2309.xml"/><Relationship Id="rId6" Type="http://schemas.openxmlformats.org/officeDocument/2006/relationships/tags" Target="../tags/tag2308.xml"/><Relationship Id="rId5" Type="http://schemas.openxmlformats.org/officeDocument/2006/relationships/tags" Target="../tags/tag2307.xml"/><Relationship Id="rId4" Type="http://schemas.openxmlformats.org/officeDocument/2006/relationships/tags" Target="../tags/tag2306.xml"/><Relationship Id="rId3" Type="http://schemas.openxmlformats.org/officeDocument/2006/relationships/tags" Target="../tags/tag2305.xml"/><Relationship Id="rId2" Type="http://schemas.openxmlformats.org/officeDocument/2006/relationships/tags" Target="../tags/tag2304.xml"/><Relationship Id="rId1" Type="http://schemas.openxmlformats.org/officeDocument/2006/relationships/tags" Target="../tags/tag230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40.xml"/><Relationship Id="rId4" Type="http://schemas.openxmlformats.org/officeDocument/2006/relationships/tags" Target="../tags/tag2312.xml"/><Relationship Id="rId3" Type="http://schemas.openxmlformats.org/officeDocument/2006/relationships/image" Target="../media/image18.png"/><Relationship Id="rId2" Type="http://schemas.openxmlformats.org/officeDocument/2006/relationships/tags" Target="../tags/tag2311.xml"/><Relationship Id="rId1" Type="http://schemas.openxmlformats.org/officeDocument/2006/relationships/tags" Target="../tags/tag2310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39.xml"/><Relationship Id="rId4" Type="http://schemas.openxmlformats.org/officeDocument/2006/relationships/tags" Target="../tags/tag2314.xml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tags" Target="../tags/tag231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2.xml"/><Relationship Id="rId2" Type="http://schemas.openxmlformats.org/officeDocument/2006/relationships/tags" Target="../tags/tag2315.xml"/><Relationship Id="rId1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0.xml"/><Relationship Id="rId3" Type="http://schemas.openxmlformats.org/officeDocument/2006/relationships/tags" Target="../tags/tag2317.xml"/><Relationship Id="rId2" Type="http://schemas.openxmlformats.org/officeDocument/2006/relationships/image" Target="../media/image22.png"/><Relationship Id="rId1" Type="http://schemas.openxmlformats.org/officeDocument/2006/relationships/tags" Target="../tags/tag231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70.xml"/><Relationship Id="rId3" Type="http://schemas.openxmlformats.org/officeDocument/2006/relationships/tags" Target="../tags/tag2319.xml"/><Relationship Id="rId2" Type="http://schemas.openxmlformats.org/officeDocument/2006/relationships/image" Target="../media/image23.png"/><Relationship Id="rId1" Type="http://schemas.openxmlformats.org/officeDocument/2006/relationships/tags" Target="../tags/tag231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34.xml"/><Relationship Id="rId2" Type="http://schemas.openxmlformats.org/officeDocument/2006/relationships/tags" Target="../tags/tag2320.xml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08.xml"/><Relationship Id="rId3" Type="http://schemas.openxmlformats.org/officeDocument/2006/relationships/tags" Target="../tags/tag2321.xml"/><Relationship Id="rId2" Type="http://schemas.openxmlformats.org/officeDocument/2006/relationships/image" Target="../media/image25.png"/><Relationship Id="rId1" Type="http://schemas.openxmlformats.org/officeDocument/2006/relationships/hyperlink" Target="https://docs.siliconflow.cn/cn/api-reference/audio/create-audio-transcriptions" TargetMode="Externa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16.xml"/><Relationship Id="rId3" Type="http://schemas.openxmlformats.org/officeDocument/2006/relationships/tags" Target="../tags/tag2324.xml"/><Relationship Id="rId2" Type="http://schemas.openxmlformats.org/officeDocument/2006/relationships/tags" Target="../tags/tag2323.xml"/><Relationship Id="rId1" Type="http://schemas.openxmlformats.org/officeDocument/2006/relationships/tags" Target="../tags/tag232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6.xml"/><Relationship Id="rId2" Type="http://schemas.openxmlformats.org/officeDocument/2006/relationships/tags" Target="../tags/tag2325.xml"/><Relationship Id="rId1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0.xml"/><Relationship Id="rId1" Type="http://schemas.openxmlformats.org/officeDocument/2006/relationships/tags" Target="../tags/tag232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52.xml"/><Relationship Id="rId2" Type="http://schemas.openxmlformats.org/officeDocument/2006/relationships/tags" Target="../tags/tag2327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58.xml"/><Relationship Id="rId4" Type="http://schemas.openxmlformats.org/officeDocument/2006/relationships/tags" Target="../tags/tag2330.xml"/><Relationship Id="rId3" Type="http://schemas.openxmlformats.org/officeDocument/2006/relationships/image" Target="../media/image18.png"/><Relationship Id="rId2" Type="http://schemas.openxmlformats.org/officeDocument/2006/relationships/tags" Target="../tags/tag2329.xml"/><Relationship Id="rId1" Type="http://schemas.openxmlformats.org/officeDocument/2006/relationships/tags" Target="../tags/tag232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98.xml"/><Relationship Id="rId2" Type="http://schemas.openxmlformats.org/officeDocument/2006/relationships/tags" Target="../tags/tag2331.xml"/><Relationship Id="rId1" Type="http://schemas.openxmlformats.org/officeDocument/2006/relationships/hyperlink" Target="https://gradio.org.cn/guides/quickstart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88.xml"/><Relationship Id="rId2" Type="http://schemas.openxmlformats.org/officeDocument/2006/relationships/tags" Target="../tags/tag2332.xml"/><Relationship Id="rId1" Type="http://schemas.openxmlformats.org/officeDocument/2006/relationships/hyperlink" Target="https://gradio.org.cn/guides/quickstar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98.xml"/><Relationship Id="rId1" Type="http://schemas.openxmlformats.org/officeDocument/2006/relationships/tags" Target="../tags/tag2333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94.xml"/><Relationship Id="rId4" Type="http://schemas.openxmlformats.org/officeDocument/2006/relationships/tags" Target="../tags/tag2336.xml"/><Relationship Id="rId3" Type="http://schemas.openxmlformats.org/officeDocument/2006/relationships/image" Target="../media/image18.png"/><Relationship Id="rId2" Type="http://schemas.openxmlformats.org/officeDocument/2006/relationships/tags" Target="../tags/tag2335.xml"/><Relationship Id="rId1" Type="http://schemas.openxmlformats.org/officeDocument/2006/relationships/tags" Target="../tags/tag23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98.xml"/><Relationship Id="rId1" Type="http://schemas.openxmlformats.org/officeDocument/2006/relationships/tags" Target="../tags/tag23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98.xml"/><Relationship Id="rId1" Type="http://schemas.openxmlformats.org/officeDocument/2006/relationships/tags" Target="../tags/tag2338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98.xml"/><Relationship Id="rId2" Type="http://schemas.openxmlformats.org/officeDocument/2006/relationships/tags" Target="../tags/tag2339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98.xml"/><Relationship Id="rId1" Type="http://schemas.openxmlformats.org/officeDocument/2006/relationships/tags" Target="../tags/tag2340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98.xml"/><Relationship Id="rId2" Type="http://schemas.openxmlformats.org/officeDocument/2006/relationships/tags" Target="../tags/tag2341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98.xml"/><Relationship Id="rId1" Type="http://schemas.openxmlformats.org/officeDocument/2006/relationships/tags" Target="../tags/tag234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98.xml"/><Relationship Id="rId1" Type="http://schemas.openxmlformats.org/officeDocument/2006/relationships/tags" Target="../tags/tag234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3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4"/>
            <p:custDataLst>
              <p:tags r:id="rId1"/>
            </p:custDataLst>
          </p:nvPr>
        </p:nvSpPr>
        <p:spPr>
          <a:xfrm>
            <a:off x="10205720" y="6464935"/>
            <a:ext cx="1920240" cy="339725"/>
          </a:xfrm>
        </p:spPr>
        <p:txBody>
          <a:bodyPr wrap="square">
            <a:normAutofit fontScale="80000" lnSpcReduction="10000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202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5</a:t>
            </a: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年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11</a:t>
            </a: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月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26</a:t>
            </a:r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</a:rPr>
              <a:t>日</a:t>
            </a:r>
            <a:endParaRPr lang="zh-CN" altLang="en-US" sz="2000" dirty="0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9" t="33923" r="10318" b="32357"/>
          <a:stretch>
            <a:fillRect/>
          </a:stretch>
        </p:blipFill>
        <p:spPr>
          <a:xfrm>
            <a:off x="2018114" y="2228033"/>
            <a:ext cx="7377303" cy="2169795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7" name="文本框 6"/>
          <p:cNvSpPr txBox="1"/>
          <p:nvPr/>
        </p:nvSpPr>
        <p:spPr>
          <a:xfrm>
            <a:off x="1033780" y="4523740"/>
            <a:ext cx="101238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技术分享</a:t>
            </a:r>
            <a:endParaRPr lang="zh-CN" altLang="en-US" sz="4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ASR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endParaRPr lang="en-US" altLang="zh-CN" sz="3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副标题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783965" y="5970905"/>
            <a:ext cx="4624070" cy="738505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讲师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高绍洋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助教：黄启轩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2117090"/>
            <a:ext cx="826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github:https://github.com/Boyuan-Autograder/Lesson-4-ASR-and-TTS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>
            <p:custDataLst>
              <p:tags r:id="rId1"/>
            </p:custDataLst>
          </p:nvPr>
        </p:nvSpPr>
        <p:spPr>
          <a:xfrm>
            <a:off x="7656195" y="1404620"/>
            <a:ext cx="2709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>
                <a:solidFill>
                  <a:schemeClr val="accent5">
                    <a:lumMod val="50000"/>
                  </a:schemeClr>
                </a:solidFill>
                <a:effectLst/>
                <a:latin typeface="Noto Sans S Chinese Light" panose="020B0300000000000000" charset="-122"/>
                <a:ea typeface="Noto Sans S Chinese Light" panose="020B0300000000000000" charset="-122"/>
              </a:rPr>
              <a:t>CONTENTS</a:t>
            </a:r>
            <a:endParaRPr lang="en-US" altLang="zh-CN" sz="1000">
              <a:solidFill>
                <a:schemeClr val="accent5">
                  <a:lumMod val="50000"/>
                </a:schemeClr>
              </a:solidFill>
              <a:effectLst/>
              <a:latin typeface="Noto Sans S Chinese Light" panose="020B0300000000000000" charset="-122"/>
              <a:ea typeface="Noto Sans S Chinese Light" panose="020B03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2"/>
            </p:custDataLst>
          </p:nvPr>
        </p:nvSpPr>
        <p:spPr>
          <a:xfrm>
            <a:off x="1106805" y="519430"/>
            <a:ext cx="11043285" cy="706755"/>
          </a:xfrm>
          <a:prstGeom prst="rect">
            <a:avLst/>
          </a:prstGeom>
          <a:noFill/>
        </p:spPr>
        <p:txBody>
          <a:bodyPr wrap="square" lIns="0" rtlCol="0"/>
          <a:lstStyle>
            <a:defPPr>
              <a:defRPr lang="zh-CN"/>
            </a:defPPr>
            <a:lvl1pPr>
              <a:defRPr sz="40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0">
                <a:solidFill>
                  <a:schemeClr val="accent1"/>
                </a:solidFill>
                <a:ea typeface="汉仪旗黑-85S" panose="00020600040101010101" pitchFamily="18" charset="-122"/>
              </a:rPr>
              <a:t>第</a:t>
            </a:r>
            <a:r>
              <a:rPr lang="en-US" altLang="zh-CN" sz="3600" b="0">
                <a:solidFill>
                  <a:schemeClr val="accent1"/>
                </a:solidFill>
                <a:ea typeface="汉仪旗黑-85S" panose="00020600040101010101" pitchFamily="18" charset="-122"/>
              </a:rPr>
              <a:t>2</a:t>
            </a:r>
            <a:r>
              <a:rPr lang="zh-CN" altLang="en-US" sz="3600" b="0">
                <a:solidFill>
                  <a:schemeClr val="accent1"/>
                </a:solidFill>
                <a:ea typeface="汉仪旗黑-85S" panose="00020600040101010101" pitchFamily="18" charset="-122"/>
              </a:rPr>
              <a:t>节：面向对象的对话程序设计</a:t>
            </a:r>
            <a:endParaRPr lang="zh-CN" altLang="en-US" sz="3600" b="0">
              <a:solidFill>
                <a:schemeClr val="accent1"/>
              </a:solidFill>
              <a:ea typeface="汉仪旗黑-85S" panose="00020600040101010101" pitchFamily="18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zh-CN" altLang="en-US" sz="3600" b="0">
              <a:solidFill>
                <a:schemeClr val="accent1"/>
              </a:solidFill>
              <a:ea typeface="汉仪旗黑-85S" panose="00020600040101010101" pitchFamily="18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6944995" y="1670050"/>
            <a:ext cx="4398010" cy="1112520"/>
            <a:chOff x="10937" y="2630"/>
            <a:chExt cx="6926" cy="1752"/>
          </a:xfrm>
        </p:grpSpPr>
        <p:cxnSp>
          <p:nvCxnSpPr>
            <p:cNvPr id="89" name="直接连接符 88"/>
            <p:cNvCxnSpPr/>
            <p:nvPr>
              <p:custDataLst>
                <p:tags r:id="rId4"/>
              </p:custDataLst>
            </p:nvPr>
          </p:nvCxnSpPr>
          <p:spPr>
            <a:xfrm>
              <a:off x="12121" y="2878"/>
              <a:ext cx="0" cy="1240"/>
            </a:xfrm>
            <a:prstGeom prst="line">
              <a:avLst/>
            </a:prstGeom>
            <a:ln w="698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>
              <p:custDataLst>
                <p:tags r:id="rId5"/>
              </p:custDataLst>
            </p:nvPr>
          </p:nvGrpSpPr>
          <p:grpSpPr>
            <a:xfrm>
              <a:off x="10937" y="2630"/>
              <a:ext cx="6926" cy="1752"/>
              <a:chOff x="10937" y="2630"/>
              <a:chExt cx="6926" cy="1752"/>
            </a:xfrm>
          </p:grpSpPr>
          <p:sp>
            <p:nvSpPr>
              <p:cNvPr id="90" name="文本框 8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2453" y="2630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Part-1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91" name="文本框 9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2453" y="3340"/>
                <a:ext cx="5410" cy="1043"/>
              </a:xfrm>
              <a:prstGeom prst="rect">
                <a:avLst/>
              </a:prstGeom>
              <a:noFill/>
            </p:spPr>
            <p:txBody>
              <a:bodyPr wrap="square" lIns="91440" tIns="0" rIns="91440" bIns="4572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2000" b="1" spc="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简介</a:t>
                </a:r>
                <a:endParaRPr lang="en-US" altLang="zh-CN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8" name="文本框 8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937" y="2967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01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9"/>
            </p:custDataLst>
          </p:nvPr>
        </p:nvGrpSpPr>
        <p:grpSpPr>
          <a:xfrm>
            <a:off x="6944995" y="2883535"/>
            <a:ext cx="4398010" cy="1113155"/>
            <a:chOff x="10937" y="4541"/>
            <a:chExt cx="6926" cy="1753"/>
          </a:xfrm>
        </p:grpSpPr>
        <p:grpSp>
          <p:nvGrpSpPr>
            <p:cNvPr id="4" name="组合 3"/>
            <p:cNvGrpSpPr/>
            <p:nvPr>
              <p:custDataLst>
                <p:tags r:id="rId10"/>
              </p:custDataLst>
            </p:nvPr>
          </p:nvGrpSpPr>
          <p:grpSpPr>
            <a:xfrm>
              <a:off x="10937" y="4541"/>
              <a:ext cx="6926" cy="1488"/>
              <a:chOff x="10937" y="4541"/>
              <a:chExt cx="6926" cy="1488"/>
            </a:xfrm>
          </p:grpSpPr>
          <p:sp>
            <p:nvSpPr>
              <p:cNvPr id="75" name="文本框 7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937" y="4998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02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  <p:cxnSp>
            <p:nvCxnSpPr>
              <p:cNvPr id="76" name="直接连接符 75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12121" y="4789"/>
                <a:ext cx="0" cy="1240"/>
              </a:xfrm>
              <a:prstGeom prst="line">
                <a:avLst/>
              </a:prstGeom>
              <a:ln w="698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文本框 7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453" y="4541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Part-2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85" name="文本框 84"/>
            <p:cNvSpPr txBox="1"/>
            <p:nvPr>
              <p:custDataLst>
                <p:tags r:id="rId14"/>
              </p:custDataLst>
            </p:nvPr>
          </p:nvSpPr>
          <p:spPr>
            <a:xfrm>
              <a:off x="12453" y="5252"/>
              <a:ext cx="5410" cy="1043"/>
            </a:xfrm>
            <a:prstGeom prst="rect">
              <a:avLst/>
            </a:prstGeom>
            <a:noFill/>
          </p:spPr>
          <p:txBody>
            <a:bodyPr wrap="square" lIns="91440" tIns="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ASR</a:t>
              </a:r>
              <a:r>
                <a:rPr lang="zh-CN" altLang="en-US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与</a:t>
              </a:r>
              <a:r>
                <a:rPr lang="en-US" altLang="zh-CN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TTS</a:t>
              </a:r>
              <a:endParaRPr lang="en-US" altLang="zh-CN" sz="2000" b="1" spc="2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15"/>
            </p:custDataLst>
          </p:nvPr>
        </p:nvGrpSpPr>
        <p:grpSpPr>
          <a:xfrm>
            <a:off x="6944995" y="4097655"/>
            <a:ext cx="4398645" cy="1112520"/>
            <a:chOff x="10937" y="6453"/>
            <a:chExt cx="6927" cy="1752"/>
          </a:xfrm>
        </p:grpSpPr>
        <p:grpSp>
          <p:nvGrpSpPr>
            <p:cNvPr id="3" name="组合 2"/>
            <p:cNvGrpSpPr/>
            <p:nvPr>
              <p:custDataLst>
                <p:tags r:id="rId16"/>
              </p:custDataLst>
            </p:nvPr>
          </p:nvGrpSpPr>
          <p:grpSpPr>
            <a:xfrm>
              <a:off x="10937" y="6453"/>
              <a:ext cx="6927" cy="1488"/>
              <a:chOff x="10937" y="6453"/>
              <a:chExt cx="6927" cy="1488"/>
            </a:xfrm>
          </p:grpSpPr>
          <p:sp>
            <p:nvSpPr>
              <p:cNvPr id="68" name="文本框 6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0937" y="6910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03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  <p:cxnSp>
            <p:nvCxnSpPr>
              <p:cNvPr id="69" name="直接连接符 68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12121" y="6701"/>
                <a:ext cx="0" cy="1240"/>
              </a:xfrm>
              <a:prstGeom prst="line">
                <a:avLst/>
              </a:prstGeom>
              <a:ln w="698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文本框 72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2454" y="6453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Part-3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74" name="文本框 73"/>
            <p:cNvSpPr txBox="1"/>
            <p:nvPr>
              <p:custDataLst>
                <p:tags r:id="rId20"/>
              </p:custDataLst>
            </p:nvPr>
          </p:nvSpPr>
          <p:spPr>
            <a:xfrm>
              <a:off x="12454" y="7163"/>
              <a:ext cx="5410" cy="1043"/>
            </a:xfrm>
            <a:prstGeom prst="rect">
              <a:avLst/>
            </a:prstGeom>
            <a:noFill/>
          </p:spPr>
          <p:txBody>
            <a:bodyPr wrap="square" lIns="91440" tIns="0" rIns="91440" bIns="45720">
              <a:normAutofit lnSpcReduction="2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Gradio</a:t>
              </a:r>
              <a:r>
                <a:rPr lang="zh-CN" altLang="en-US" sz="20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库</a:t>
              </a:r>
              <a:endParaRPr lang="zh-CN" altLang="en-US" sz="2000" b="1" spc="2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1"/>
            </p:custDataLst>
          </p:nvPr>
        </p:nvGrpSpPr>
        <p:grpSpPr>
          <a:xfrm>
            <a:off x="6944995" y="5311140"/>
            <a:ext cx="4398645" cy="1112520"/>
            <a:chOff x="10937" y="8364"/>
            <a:chExt cx="6927" cy="1752"/>
          </a:xfrm>
        </p:grpSpPr>
        <p:grpSp>
          <p:nvGrpSpPr>
            <p:cNvPr id="2" name="组合 1"/>
            <p:cNvGrpSpPr/>
            <p:nvPr>
              <p:custDataLst>
                <p:tags r:id="rId22"/>
              </p:custDataLst>
            </p:nvPr>
          </p:nvGrpSpPr>
          <p:grpSpPr>
            <a:xfrm>
              <a:off x="10937" y="8364"/>
              <a:ext cx="6927" cy="1488"/>
              <a:chOff x="10937" y="8364"/>
              <a:chExt cx="6927" cy="1488"/>
            </a:xfrm>
          </p:grpSpPr>
          <p:sp>
            <p:nvSpPr>
              <p:cNvPr id="61" name="文本框 60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0937" y="8821"/>
                <a:ext cx="1120" cy="822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7500"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800" b="1" spc="3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+mj-lt"/>
                    <a:sym typeface="Arial" panose="020B0604020202020204" pitchFamily="34" charset="0"/>
                  </a:rPr>
                  <a:t>04</a:t>
                </a:r>
                <a:endParaRPr lang="en-US" altLang="zh-CN" sz="2800" b="1" spc="3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+mj-lt"/>
                  <a:sym typeface="Arial" panose="020B0604020202020204" pitchFamily="34" charset="0"/>
                </a:endParaRPr>
              </a:p>
            </p:txBody>
          </p:sp>
          <p:cxnSp>
            <p:nvCxnSpPr>
              <p:cNvPr id="62" name="直接连接符 61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12121" y="8612"/>
                <a:ext cx="0" cy="1240"/>
              </a:xfrm>
              <a:prstGeom prst="line">
                <a:avLst/>
              </a:prstGeom>
              <a:ln w="698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文本框 6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2454" y="8364"/>
                <a:ext cx="5410" cy="639"/>
              </a:xfrm>
              <a:prstGeom prst="rect">
                <a:avLst/>
              </a:prstGeom>
              <a:noFill/>
            </p:spPr>
            <p:txBody>
              <a:bodyPr wrap="square" lIns="91440" tIns="45720" rIns="91440" bIns="0" anchor="b"/>
              <a:lstStyle/>
              <a:p>
                <a:pPr marL="0" lvl="0" indent="-285750" algn="l" fontAlgn="ctr">
                  <a:lnSpc>
                    <a:spcPct val="130000"/>
                  </a:lnSpc>
                  <a:spcBef>
                    <a:spcPts val="1000"/>
                  </a:spcBef>
                  <a:spcAft>
                    <a:spcPts val="0"/>
                  </a:spcAft>
                  <a:buSzPct val="100000"/>
                  <a:buFont typeface="Wingdings" panose="05000000000000000000" charset="0"/>
                  <a:buNone/>
                </a:pPr>
                <a:r>
                  <a:rPr lang="en-US" altLang="zh-CN" sz="1200" b="1" spc="200">
                    <a:solidFill>
                      <a:schemeClr val="dk1">
                        <a:lumMod val="85000"/>
                        <a:lumOff val="15000"/>
                      </a:schemeClr>
                    </a:solidFill>
                    <a:uFillTx/>
                    <a:latin typeface="Arial" panose="020B0604020202020204" pitchFamily="34" charset="0"/>
                    <a:ea typeface="微软雅黑" panose="020B0503020204020204" charset="-122"/>
                  </a:rPr>
                  <a:t>Part-4</a:t>
                </a:r>
                <a:endParaRPr lang="en-US" altLang="zh-CN" sz="12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67" name="文本框 66"/>
            <p:cNvSpPr txBox="1"/>
            <p:nvPr>
              <p:custDataLst>
                <p:tags r:id="rId26"/>
              </p:custDataLst>
            </p:nvPr>
          </p:nvSpPr>
          <p:spPr>
            <a:xfrm>
              <a:off x="12454" y="9074"/>
              <a:ext cx="5410" cy="1043"/>
            </a:xfrm>
            <a:prstGeom prst="rect">
              <a:avLst/>
            </a:prstGeom>
            <a:noFill/>
          </p:spPr>
          <p:txBody>
            <a:bodyPr wrap="square" lIns="91440" tIns="0" rIns="91440" bIns="4572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*Websocket</a:t>
              </a:r>
              <a:r>
                <a:rPr lang="zh-CN" altLang="en-US" sz="2000" b="1" spc="200">
                  <a:solidFill>
                    <a:schemeClr val="dk1">
                      <a:lumMod val="85000"/>
                      <a:lumOff val="15000"/>
                    </a:scheme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即时交互</a:t>
              </a:r>
              <a:endParaRPr lang="zh-CN" altLang="en-US" sz="2000" b="1" spc="2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endParaRPr lang="zh-CN" altLang="en-US" sz="2000" b="1" spc="200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17780" y="3810"/>
            <a:ext cx="1925955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06805" y="2276475"/>
            <a:ext cx="2770505" cy="2562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长标—标准字体"/>
          <p:cNvPicPr>
            <a:picLocks noChangeAspect="1"/>
          </p:cNvPicPr>
          <p:nvPr/>
        </p:nvPicPr>
        <p:blipFill>
          <a:blip r:embed="rId27">
            <a:alphaModFix amt="35000"/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60680" y="846455"/>
            <a:ext cx="7075805" cy="5003165"/>
          </a:xfrm>
          <a:prstGeom prst="rect">
            <a:avLst/>
          </a:prstGeom>
        </p:spPr>
      </p:pic>
    </p:spTree>
    <p:custDataLst>
      <p:tags r:id="rId2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75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- 1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 dirty="0">
                <a:solidFill>
                  <a:schemeClr val="accent1"/>
                </a:solidFill>
              </a:rPr>
              <a:t>简介</a:t>
            </a:r>
            <a:endParaRPr lang="en-US" altLang="zh-CN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074785" y="436563"/>
            <a:ext cx="28721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64895" y="1193800"/>
            <a:ext cx="10420985" cy="2639060"/>
            <a:chOff x="2188" y="3547"/>
            <a:chExt cx="16411" cy="4156"/>
          </a:xfrm>
        </p:grpSpPr>
        <p:sp>
          <p:nvSpPr>
            <p:cNvPr id="18" name="矩形 17"/>
            <p:cNvSpPr/>
            <p:nvPr>
              <p:custDataLst>
                <p:tags r:id="rId1"/>
              </p:custDataLst>
            </p:nvPr>
          </p:nvSpPr>
          <p:spPr>
            <a:xfrm>
              <a:off x="2188" y="4282"/>
              <a:ext cx="16411" cy="34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just">
                <a:lnSpc>
                  <a:spcPct val="150000"/>
                </a:lnSpc>
                <a:buClrTx/>
                <a:buSzTx/>
                <a:buFontTx/>
              </a:pP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2"/>
              </p:custDataLst>
            </p:nvPr>
          </p:nvSpPr>
          <p:spPr>
            <a:xfrm>
              <a:off x="2190" y="3547"/>
              <a:ext cx="5383" cy="5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Clr>
                  <a:schemeClr val="accent1"/>
                </a:buClr>
                <a:buSzPct val="70000"/>
                <a:buFontTx/>
              </a:pPr>
              <a:r>
                <a:rPr lang="zh-CN" altLang="en-US" sz="2200" b="1">
                  <a:latin typeface="+mn-ea"/>
                  <a:cs typeface="+mn-ea"/>
                </a:rPr>
                <a:t>学习目标</a:t>
              </a:r>
              <a:endParaRPr lang="zh-CN" altLang="en-US" sz="2200" b="1">
                <a:latin typeface="+mn-ea"/>
                <a:cs typeface="+mn-ea"/>
              </a:endParaRPr>
            </a:p>
          </p:txBody>
        </p:sp>
      </p:grpSp>
      <p:sp>
        <p:nvSpPr>
          <p:cNvPr id="20" name="任意多边形: 形状 2"/>
          <p:cNvSpPr/>
          <p:nvPr>
            <p:custDataLst>
              <p:tags r:id="rId3"/>
            </p:custDataLst>
          </p:nvPr>
        </p:nvSpPr>
        <p:spPr>
          <a:xfrm>
            <a:off x="554990" y="1193800"/>
            <a:ext cx="343535" cy="343535"/>
          </a:xfrm>
          <a:custGeom>
            <a:avLst/>
            <a:gdLst>
              <a:gd name="connsiteX0" fmla="*/ 154632 w 309263"/>
              <a:gd name="connsiteY0" fmla="*/ 0 h 309263"/>
              <a:gd name="connsiteX1" fmla="*/ 309263 w 309263"/>
              <a:gd name="connsiteY1" fmla="*/ 154632 h 309263"/>
              <a:gd name="connsiteX2" fmla="*/ 154632 w 309263"/>
              <a:gd name="connsiteY2" fmla="*/ 309263 h 309263"/>
              <a:gd name="connsiteX3" fmla="*/ 0 w 309263"/>
              <a:gd name="connsiteY3" fmla="*/ 154632 h 309263"/>
              <a:gd name="connsiteX4" fmla="*/ 154632 w 309263"/>
              <a:gd name="connsiteY4" fmla="*/ 0 h 309263"/>
              <a:gd name="connsiteX5" fmla="*/ 228525 w 309263"/>
              <a:gd name="connsiteY5" fmla="*/ 66296 h 309263"/>
              <a:gd name="connsiteX6" fmla="*/ 216098 w 309263"/>
              <a:gd name="connsiteY6" fmla="*/ 73643 h 309263"/>
              <a:gd name="connsiteX7" fmla="*/ 124334 w 309263"/>
              <a:gd name="connsiteY7" fmla="*/ 195706 h 309263"/>
              <a:gd name="connsiteX8" fmla="*/ 81447 w 309263"/>
              <a:gd name="connsiteY8" fmla="*/ 153593 h 309263"/>
              <a:gd name="connsiteX9" fmla="*/ 54749 w 309263"/>
              <a:gd name="connsiteY9" fmla="*/ 153834 h 309263"/>
              <a:gd name="connsiteX10" fmla="*/ 54991 w 309263"/>
              <a:gd name="connsiteY10" fmla="*/ 180508 h 309263"/>
              <a:gd name="connsiteX11" fmla="*/ 113244 w 309263"/>
              <a:gd name="connsiteY11" fmla="*/ 237722 h 309263"/>
              <a:gd name="connsiteX12" fmla="*/ 126484 w 309263"/>
              <a:gd name="connsiteY12" fmla="*/ 243134 h 309263"/>
              <a:gd name="connsiteX13" fmla="*/ 127885 w 309263"/>
              <a:gd name="connsiteY13" fmla="*/ 243086 h 309263"/>
              <a:gd name="connsiteX14" fmla="*/ 141560 w 309263"/>
              <a:gd name="connsiteY14" fmla="*/ 235620 h 309263"/>
              <a:gd name="connsiteX15" fmla="*/ 246251 w 309263"/>
              <a:gd name="connsiteY15" fmla="*/ 96331 h 309263"/>
              <a:gd name="connsiteX16" fmla="*/ 242530 w 309263"/>
              <a:gd name="connsiteY16" fmla="*/ 69874 h 309263"/>
              <a:gd name="connsiteX17" fmla="*/ 228525 w 309263"/>
              <a:gd name="connsiteY17" fmla="*/ 66296 h 30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9263" h="309263">
                <a:moveTo>
                  <a:pt x="154632" y="0"/>
                </a:moveTo>
                <a:cubicBezTo>
                  <a:pt x="240041" y="0"/>
                  <a:pt x="309263" y="69222"/>
                  <a:pt x="309263" y="154632"/>
                </a:cubicBezTo>
                <a:cubicBezTo>
                  <a:pt x="309263" y="240041"/>
                  <a:pt x="240041" y="309263"/>
                  <a:pt x="154632" y="309263"/>
                </a:cubicBezTo>
                <a:cubicBezTo>
                  <a:pt x="69222" y="309263"/>
                  <a:pt x="0" y="240041"/>
                  <a:pt x="0" y="154632"/>
                </a:cubicBezTo>
                <a:cubicBezTo>
                  <a:pt x="0" y="69222"/>
                  <a:pt x="69222" y="0"/>
                  <a:pt x="154632" y="0"/>
                </a:cubicBezTo>
                <a:close/>
                <a:moveTo>
                  <a:pt x="228525" y="66296"/>
                </a:moveTo>
                <a:cubicBezTo>
                  <a:pt x="223745" y="66975"/>
                  <a:pt x="219227" y="69476"/>
                  <a:pt x="216098" y="73643"/>
                </a:cubicBezTo>
                <a:lnTo>
                  <a:pt x="124334" y="195706"/>
                </a:lnTo>
                <a:lnTo>
                  <a:pt x="81447" y="153593"/>
                </a:lnTo>
                <a:cubicBezTo>
                  <a:pt x="74006" y="146296"/>
                  <a:pt x="62070" y="146393"/>
                  <a:pt x="54749" y="153834"/>
                </a:cubicBezTo>
                <a:cubicBezTo>
                  <a:pt x="47453" y="161276"/>
                  <a:pt x="47549" y="173212"/>
                  <a:pt x="54991" y="180508"/>
                </a:cubicBezTo>
                <a:lnTo>
                  <a:pt x="113244" y="237722"/>
                </a:lnTo>
                <a:cubicBezTo>
                  <a:pt x="116795" y="241225"/>
                  <a:pt x="121555" y="243134"/>
                  <a:pt x="126484" y="243134"/>
                </a:cubicBezTo>
                <a:cubicBezTo>
                  <a:pt x="126943" y="243134"/>
                  <a:pt x="127402" y="243134"/>
                  <a:pt x="127885" y="243086"/>
                </a:cubicBezTo>
                <a:cubicBezTo>
                  <a:pt x="133297" y="242699"/>
                  <a:pt x="138299" y="239969"/>
                  <a:pt x="141560" y="235620"/>
                </a:cubicBezTo>
                <a:lnTo>
                  <a:pt x="246251" y="96331"/>
                </a:lnTo>
                <a:cubicBezTo>
                  <a:pt x="252509" y="87995"/>
                  <a:pt x="250841" y="76180"/>
                  <a:pt x="242530" y="69874"/>
                </a:cubicBezTo>
                <a:cubicBezTo>
                  <a:pt x="238350" y="66758"/>
                  <a:pt x="233306" y="65616"/>
                  <a:pt x="228525" y="66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1064895" y="3037205"/>
            <a:ext cx="10420985" cy="2639060"/>
            <a:chOff x="2188" y="3547"/>
            <a:chExt cx="16411" cy="4156"/>
          </a:xfrm>
        </p:grpSpPr>
        <p:sp>
          <p:nvSpPr>
            <p:cNvPr id="22" name="矩形 21"/>
            <p:cNvSpPr/>
            <p:nvPr>
              <p:custDataLst>
                <p:tags r:id="rId4"/>
              </p:custDataLst>
            </p:nvPr>
          </p:nvSpPr>
          <p:spPr>
            <a:xfrm>
              <a:off x="2188" y="4282"/>
              <a:ext cx="16411" cy="34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1. 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理解：</a:t>
              </a:r>
              <a:r>
                <a:rPr lang="en-US" altLang="zh-CN" sz="1600" b="1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ASR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与</a:t>
              </a:r>
              <a:r>
                <a:rPr lang="en-US" altLang="zh-CN" sz="1600" b="1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TTL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的概念、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websocket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和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rgbClr val="FF0000"/>
                  </a:solidFill>
                  <a:latin typeface="+mn-ea"/>
                  <a:cs typeface="+mn-ea"/>
                </a:rPr>
                <a:t>Gradio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的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优势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2. 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掌握：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indent="457200"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能够调用接口实现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ASR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与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TTS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indent="457200"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使用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Gradio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  <a:sym typeface="+mn-ea"/>
                </a:rPr>
                <a:t>库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indent="457200"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使用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websocket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实现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简单的即时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交互</a:t>
              </a:r>
              <a:endPara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3. 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应用：基于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Gradio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编写网页端的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ASR-&gt;TTS</a:t>
              </a:r>
              <a:r>
                <a:rPr lang="zh-CN" altLang="en-US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程序</a:t>
              </a:r>
              <a:r>
                <a:rPr lang="en-US" altLang="zh-CN" sz="1600">
                  <a:ln>
                    <a:noFill/>
                    <a:prstDash val="sysDot"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+mn-ea"/>
                </a:rPr>
                <a:t> //</a:t>
              </a:r>
              <a:endParaRPr lang="en-US" alt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5"/>
              </p:custDataLst>
            </p:nvPr>
          </p:nvSpPr>
          <p:spPr>
            <a:xfrm>
              <a:off x="2190" y="3547"/>
              <a:ext cx="5383" cy="5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Clr>
                  <a:schemeClr val="accent1"/>
                </a:buClr>
                <a:buSzPct val="70000"/>
                <a:buFontTx/>
              </a:pPr>
              <a:r>
                <a:rPr lang="zh-CN" altLang="en-US" sz="2200" b="1">
                  <a:latin typeface="+mn-ea"/>
                  <a:cs typeface="+mn-ea"/>
                </a:rPr>
                <a:t>你将学会</a:t>
              </a:r>
              <a:endParaRPr lang="en-US" altLang="zh-CN" sz="2200" b="1">
                <a:latin typeface="+mn-ea"/>
                <a:cs typeface="+mn-ea"/>
              </a:endParaRPr>
            </a:p>
          </p:txBody>
        </p:sp>
      </p:grpSp>
      <p:sp>
        <p:nvSpPr>
          <p:cNvPr id="24" name="任意多边形: 形状 2"/>
          <p:cNvSpPr/>
          <p:nvPr>
            <p:custDataLst>
              <p:tags r:id="rId6"/>
            </p:custDataLst>
          </p:nvPr>
        </p:nvSpPr>
        <p:spPr>
          <a:xfrm>
            <a:off x="554990" y="3037205"/>
            <a:ext cx="343535" cy="343535"/>
          </a:xfrm>
          <a:custGeom>
            <a:avLst/>
            <a:gdLst>
              <a:gd name="connsiteX0" fmla="*/ 154632 w 309263"/>
              <a:gd name="connsiteY0" fmla="*/ 0 h 309263"/>
              <a:gd name="connsiteX1" fmla="*/ 309263 w 309263"/>
              <a:gd name="connsiteY1" fmla="*/ 154632 h 309263"/>
              <a:gd name="connsiteX2" fmla="*/ 154632 w 309263"/>
              <a:gd name="connsiteY2" fmla="*/ 309263 h 309263"/>
              <a:gd name="connsiteX3" fmla="*/ 0 w 309263"/>
              <a:gd name="connsiteY3" fmla="*/ 154632 h 309263"/>
              <a:gd name="connsiteX4" fmla="*/ 154632 w 309263"/>
              <a:gd name="connsiteY4" fmla="*/ 0 h 309263"/>
              <a:gd name="connsiteX5" fmla="*/ 228525 w 309263"/>
              <a:gd name="connsiteY5" fmla="*/ 66296 h 309263"/>
              <a:gd name="connsiteX6" fmla="*/ 216098 w 309263"/>
              <a:gd name="connsiteY6" fmla="*/ 73643 h 309263"/>
              <a:gd name="connsiteX7" fmla="*/ 124334 w 309263"/>
              <a:gd name="connsiteY7" fmla="*/ 195706 h 309263"/>
              <a:gd name="connsiteX8" fmla="*/ 81447 w 309263"/>
              <a:gd name="connsiteY8" fmla="*/ 153593 h 309263"/>
              <a:gd name="connsiteX9" fmla="*/ 54749 w 309263"/>
              <a:gd name="connsiteY9" fmla="*/ 153834 h 309263"/>
              <a:gd name="connsiteX10" fmla="*/ 54991 w 309263"/>
              <a:gd name="connsiteY10" fmla="*/ 180508 h 309263"/>
              <a:gd name="connsiteX11" fmla="*/ 113244 w 309263"/>
              <a:gd name="connsiteY11" fmla="*/ 237722 h 309263"/>
              <a:gd name="connsiteX12" fmla="*/ 126484 w 309263"/>
              <a:gd name="connsiteY12" fmla="*/ 243134 h 309263"/>
              <a:gd name="connsiteX13" fmla="*/ 127885 w 309263"/>
              <a:gd name="connsiteY13" fmla="*/ 243086 h 309263"/>
              <a:gd name="connsiteX14" fmla="*/ 141560 w 309263"/>
              <a:gd name="connsiteY14" fmla="*/ 235620 h 309263"/>
              <a:gd name="connsiteX15" fmla="*/ 246251 w 309263"/>
              <a:gd name="connsiteY15" fmla="*/ 96331 h 309263"/>
              <a:gd name="connsiteX16" fmla="*/ 242530 w 309263"/>
              <a:gd name="connsiteY16" fmla="*/ 69874 h 309263"/>
              <a:gd name="connsiteX17" fmla="*/ 228525 w 309263"/>
              <a:gd name="connsiteY17" fmla="*/ 66296 h 30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9263" h="309263">
                <a:moveTo>
                  <a:pt x="154632" y="0"/>
                </a:moveTo>
                <a:cubicBezTo>
                  <a:pt x="240041" y="0"/>
                  <a:pt x="309263" y="69222"/>
                  <a:pt x="309263" y="154632"/>
                </a:cubicBezTo>
                <a:cubicBezTo>
                  <a:pt x="309263" y="240041"/>
                  <a:pt x="240041" y="309263"/>
                  <a:pt x="154632" y="309263"/>
                </a:cubicBezTo>
                <a:cubicBezTo>
                  <a:pt x="69222" y="309263"/>
                  <a:pt x="0" y="240041"/>
                  <a:pt x="0" y="154632"/>
                </a:cubicBezTo>
                <a:cubicBezTo>
                  <a:pt x="0" y="69222"/>
                  <a:pt x="69222" y="0"/>
                  <a:pt x="154632" y="0"/>
                </a:cubicBezTo>
                <a:close/>
                <a:moveTo>
                  <a:pt x="228525" y="66296"/>
                </a:moveTo>
                <a:cubicBezTo>
                  <a:pt x="223745" y="66975"/>
                  <a:pt x="219227" y="69476"/>
                  <a:pt x="216098" y="73643"/>
                </a:cubicBezTo>
                <a:lnTo>
                  <a:pt x="124334" y="195706"/>
                </a:lnTo>
                <a:lnTo>
                  <a:pt x="81447" y="153593"/>
                </a:lnTo>
                <a:cubicBezTo>
                  <a:pt x="74006" y="146296"/>
                  <a:pt x="62070" y="146393"/>
                  <a:pt x="54749" y="153834"/>
                </a:cubicBezTo>
                <a:cubicBezTo>
                  <a:pt x="47453" y="161276"/>
                  <a:pt x="47549" y="173212"/>
                  <a:pt x="54991" y="180508"/>
                </a:cubicBezTo>
                <a:lnTo>
                  <a:pt x="113244" y="237722"/>
                </a:lnTo>
                <a:cubicBezTo>
                  <a:pt x="116795" y="241225"/>
                  <a:pt x="121555" y="243134"/>
                  <a:pt x="126484" y="243134"/>
                </a:cubicBezTo>
                <a:cubicBezTo>
                  <a:pt x="126943" y="243134"/>
                  <a:pt x="127402" y="243134"/>
                  <a:pt x="127885" y="243086"/>
                </a:cubicBezTo>
                <a:cubicBezTo>
                  <a:pt x="133297" y="242699"/>
                  <a:pt x="138299" y="239969"/>
                  <a:pt x="141560" y="235620"/>
                </a:cubicBezTo>
                <a:lnTo>
                  <a:pt x="246251" y="96331"/>
                </a:lnTo>
                <a:cubicBezTo>
                  <a:pt x="252509" y="87995"/>
                  <a:pt x="250841" y="76180"/>
                  <a:pt x="242530" y="69874"/>
                </a:cubicBezTo>
                <a:cubicBezTo>
                  <a:pt x="238350" y="66758"/>
                  <a:pt x="233306" y="65616"/>
                  <a:pt x="228525" y="66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898525" y="1660525"/>
            <a:ext cx="10587355" cy="1123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/>
              <a:t>通过本模块学习，了解大模型实现自然交互的核心入口</a:t>
            </a:r>
            <a:r>
              <a:rPr lang="en-US" altLang="zh-CN" sz="1600"/>
              <a:t>ASR</a:t>
            </a:r>
            <a:r>
              <a:rPr lang="zh-CN" altLang="en-US" sz="1600"/>
              <a:t>（语音转文字）和</a:t>
            </a:r>
            <a:r>
              <a:rPr lang="en-US" altLang="zh-CN" sz="1600"/>
              <a:t>TTS</a:t>
            </a:r>
            <a:r>
              <a:rPr lang="zh-CN" altLang="en-US" sz="1600"/>
              <a:t>（文本转语音），学会如何调用接口实现</a:t>
            </a:r>
            <a:r>
              <a:rPr lang="en-US" altLang="zh-CN" sz="1600"/>
              <a:t>ASR</a:t>
            </a:r>
            <a:r>
              <a:rPr lang="zh-CN" altLang="en-US" sz="1600"/>
              <a:t>与</a:t>
            </a:r>
            <a:r>
              <a:rPr lang="en-US" altLang="zh-CN" sz="1600"/>
              <a:t>TTS</a:t>
            </a:r>
            <a:r>
              <a:rPr lang="zh-CN" altLang="en-US" sz="1600"/>
              <a:t>，了解</a:t>
            </a:r>
            <a:r>
              <a:rPr lang="en-US" altLang="zh-CN" sz="1600"/>
              <a:t>Gradio</a:t>
            </a:r>
            <a:r>
              <a:rPr lang="zh-CN" altLang="en-US" sz="1600"/>
              <a:t>库在开发中的优势，</a:t>
            </a:r>
            <a:r>
              <a:rPr lang="zh-CN" altLang="en-US" sz="1600">
                <a:sym typeface="+mn-ea"/>
              </a:rPr>
              <a:t>了解</a:t>
            </a:r>
            <a:r>
              <a:rPr lang="en-US" altLang="zh-CN" sz="1600">
                <a:sym typeface="+mn-ea"/>
              </a:rPr>
              <a:t>websocket</a:t>
            </a:r>
            <a:r>
              <a:rPr lang="zh-CN" altLang="en-US" sz="1600">
                <a:sym typeface="+mn-ea"/>
              </a:rPr>
              <a:t>在即时交互中的</a:t>
            </a:r>
            <a:r>
              <a:rPr lang="zh-CN" altLang="en-US" sz="1600">
                <a:sym typeface="+mn-ea"/>
              </a:rPr>
              <a:t>重要作用，</a:t>
            </a:r>
            <a:r>
              <a:rPr lang="zh-CN" altLang="en-US" sz="1600"/>
              <a:t>能够使用</a:t>
            </a:r>
            <a:r>
              <a:rPr lang="en-US" altLang="zh-CN" sz="1600"/>
              <a:t>websocket</a:t>
            </a:r>
            <a:r>
              <a:rPr lang="zh-CN" altLang="en-US" sz="1600"/>
              <a:t>及</a:t>
            </a:r>
            <a:r>
              <a:rPr lang="en-US" altLang="zh-CN" sz="1600"/>
              <a:t>Gradio</a:t>
            </a:r>
            <a:r>
              <a:rPr lang="zh-CN" altLang="en-US" sz="1600"/>
              <a:t>来实现简单的网页端</a:t>
            </a:r>
            <a:r>
              <a:rPr lang="en-US" altLang="zh-CN" sz="1600"/>
              <a:t>AI</a:t>
            </a:r>
            <a:r>
              <a:rPr lang="zh-CN" altLang="en-US" sz="1600"/>
              <a:t>视听</a:t>
            </a:r>
            <a:r>
              <a:rPr lang="zh-CN" altLang="en-US" sz="1600"/>
              <a:t>交互</a:t>
            </a:r>
            <a:endParaRPr lang="zh-CN" altLang="en-US" sz="1600"/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4" grpId="0" animBg="1"/>
      <p:bldP spid="2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- 2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 dirty="0">
                <a:solidFill>
                  <a:schemeClr val="accent1"/>
                </a:solidFill>
              </a:rPr>
              <a:t>ASR</a:t>
            </a:r>
            <a:r>
              <a:rPr lang="zh-CN" altLang="en-US" sz="5400" dirty="0">
                <a:solidFill>
                  <a:schemeClr val="accent1"/>
                </a:solidFill>
              </a:rPr>
              <a:t>与</a:t>
            </a:r>
            <a:r>
              <a:rPr lang="en-US" altLang="zh-CN" sz="5400" dirty="0">
                <a:solidFill>
                  <a:schemeClr val="accent1"/>
                </a:solidFill>
              </a:rPr>
              <a:t>TTS</a:t>
            </a:r>
            <a:endParaRPr lang="en-US" altLang="zh-CN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25235" y="4016375"/>
            <a:ext cx="4547235" cy="747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800">
              <a:solidFill>
                <a:schemeClr val="bg2">
                  <a:lumMod val="50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07982" y="582934"/>
            <a:ext cx="10852237" cy="441964"/>
          </a:xfrm>
        </p:spPr>
        <p:txBody>
          <a:bodyPr>
            <a:normAutofit fontScale="90000"/>
          </a:bodyPr>
          <a:p>
            <a:r>
              <a:rPr lang="zh-CN" altLang="en-US" sz="3110"/>
              <a:t>像打电话一样简单</a:t>
            </a:r>
            <a:endParaRPr lang="zh-CN" altLang="en-US" sz="3110"/>
          </a:p>
        </p:txBody>
      </p:sp>
      <p:pic>
        <p:nvPicPr>
          <p:cNvPr id="4" name="图片 3" descr="eaab8d33ae3b2d99c70a9875df8c9bb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136650"/>
            <a:ext cx="3059430" cy="5721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0" y="1129665"/>
            <a:ext cx="3034665" cy="57283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97682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让机器读懂你的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声音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970" y="1926590"/>
            <a:ext cx="10133330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语音识别技术</a:t>
            </a: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FF0000"/>
                </a:solidFill>
              </a:rPr>
              <a:t>Automatic Speech Recognition</a:t>
            </a:r>
            <a:r>
              <a:rPr lang="zh-CN" altLang="en-US" sz="2400" dirty="0"/>
              <a:t>）是一种将人的语音转换为文本的技术。</a:t>
            </a:r>
            <a:endParaRPr lang="zh-CN" altLang="en-US" sz="2400" dirty="0"/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sz="2400" dirty="0"/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endParaRPr lang="en-US" altLang="zh-CN" sz="2400" dirty="0"/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ASR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559685" y="3321685"/>
            <a:ext cx="6311900" cy="3279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>
            <p:custDataLst>
              <p:tags r:id="rId1"/>
            </p:custDataLst>
          </p:nvPr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600" y="958850"/>
            <a:ext cx="1075944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/>
              <a:t>传统的语音识别的过程，是先从本地获取音频，</a:t>
            </a:r>
            <a:r>
              <a:rPr lang="zh-CN" altLang="en-US" sz="2400"/>
              <a:t>结合词典、声学模型和语言模型，进行解码，生成</a:t>
            </a:r>
            <a:r>
              <a:rPr lang="zh-CN" altLang="en-US" sz="2400"/>
              <a:t>文本</a:t>
            </a:r>
            <a:endParaRPr lang="zh-CN" altLang="en-US" sz="2400"/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482600" y="2059305"/>
            <a:ext cx="11095355" cy="43199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>
            <p:custDataLst>
              <p:tags r:id="rId1"/>
            </p:custDataLst>
          </p:nvPr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600" y="958850"/>
            <a:ext cx="1075944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/>
              <a:t>现代的</a:t>
            </a:r>
            <a:r>
              <a:rPr lang="en-US" altLang="zh-CN" sz="2400"/>
              <a:t>AI</a:t>
            </a:r>
            <a:r>
              <a:rPr lang="zh-CN" altLang="en-US" sz="2400"/>
              <a:t>语音识别采用的是端到端的方法，采用单一统一模型，将音频直接映射为文本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zh-CN" altLang="en-US" sz="2400"/>
              <a:t>相较于传统方法，</a:t>
            </a:r>
            <a:r>
              <a:rPr lang="en-US" altLang="zh-CN" sz="2400"/>
              <a:t>AI</a:t>
            </a:r>
            <a:r>
              <a:rPr lang="zh-CN" altLang="en-US" sz="2400"/>
              <a:t>语音识别模型训练成本更低，识别效率和质量更</a:t>
            </a:r>
            <a:r>
              <a:rPr lang="zh-CN" altLang="en-US" sz="2400"/>
              <a:t>高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65" y="2328545"/>
            <a:ext cx="9871075" cy="43237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533"/>
            <a:ext cx="97682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的应用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7060" y="1765300"/>
            <a:ext cx="104819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语音识别的应用非常广泛，常见的有语音交互、语音输入。随着技术的逐渐成熟和</a:t>
            </a:r>
            <a:r>
              <a:rPr lang="en-US" altLang="zh-CN" sz="2400"/>
              <a:t>5G</a:t>
            </a:r>
            <a:r>
              <a:rPr lang="zh-CN" altLang="en-US" sz="2400"/>
              <a:t>的普及，未来的应用范围只会更大。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415" y="2976880"/>
            <a:ext cx="5046345" cy="28511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731838"/>
            <a:ext cx="567436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</a:t>
            </a:r>
            <a:endParaRPr kumimoji="0" lang="en-US" altLang="zh-CN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7060" y="1332865"/>
            <a:ext cx="1046289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我们还是使用硅基流动（</a:t>
            </a:r>
            <a:r>
              <a:rPr lang="en-US" altLang="zh-CN" sz="2400" dirty="0"/>
              <a:t>siliconflow</a:t>
            </a:r>
            <a:r>
              <a:rPr lang="zh-CN" altLang="en-US" sz="2400" dirty="0"/>
              <a:t>）进行</a:t>
            </a:r>
            <a:r>
              <a:rPr lang="zh-CN" altLang="en-US" sz="2400" dirty="0"/>
              <a:t>演示</a:t>
            </a:r>
            <a:endParaRPr lang="zh-CN" altLang="en-US" sz="2400" dirty="0"/>
          </a:p>
          <a:p>
            <a:pPr>
              <a:lnSpc>
                <a:spcPct val="140000"/>
              </a:lnSpc>
            </a:pPr>
            <a:r>
              <a:rPr lang="en-US" altLang="en-US" sz="2400" dirty="0">
                <a:hlinkClick r:id="rId1" action="ppaction://hlinkfile"/>
              </a:rPr>
              <a:t>https://docs.siliconflow.cn/cn/api-reference/audio/create-audio-transcriptions</a:t>
            </a:r>
            <a:endParaRPr lang="en-US" altLang="en-US" sz="2400" dirty="0"/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2536190"/>
            <a:ext cx="10572750" cy="40665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>
            <p:custDataLst>
              <p:tags r:id="rId1"/>
            </p:custDataLst>
          </p:nvPr>
        </p:nvSpPr>
        <p:spPr>
          <a:xfrm>
            <a:off x="607060" y="958533"/>
            <a:ext cx="567436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TTS—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让文字有声音的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魔法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>
            <p:custDataLst>
              <p:tags r:id="rId2"/>
            </p:custDataLst>
          </p:nvPr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963420"/>
            <a:ext cx="998410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语音合成技术</a:t>
            </a:r>
            <a:r>
              <a:rPr lang="zh-CN" altLang="en-US" sz="2400"/>
              <a:t>（</a:t>
            </a:r>
            <a:r>
              <a:rPr lang="en-US" altLang="zh-CN" sz="2400">
                <a:solidFill>
                  <a:srgbClr val="FF0000"/>
                </a:solidFill>
              </a:rPr>
              <a:t>Text To Speech</a:t>
            </a:r>
            <a:r>
              <a:rPr lang="zh-CN" altLang="en-US" sz="2400"/>
              <a:t>）是将计算机自己产生的、或外部输入的文字信息转变为可以听得懂的、流利的汉语口语（或者其他语言语音）输出的技术。</a:t>
            </a:r>
            <a:endParaRPr lang="zh-CN" altLang="en-US" sz="2400"/>
          </a:p>
          <a:p>
            <a:pPr>
              <a:lnSpc>
                <a:spcPct val="120000"/>
              </a:lnSpc>
            </a:pPr>
            <a:r>
              <a:rPr lang="en-US" altLang="zh-CN" sz="2400"/>
              <a:t>yl</a:t>
            </a:r>
            <a:endParaRPr lang="en-US" altLang="zh-CN" sz="24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740535"/>
            <a:ext cx="10953750" cy="768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607060" y="3079750"/>
            <a:ext cx="10560685" cy="1983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70000"/>
              </a:lnSpc>
              <a:buClr>
                <a:srgbClr val="002060"/>
              </a:buClr>
              <a:buFont typeface="Wingdings" panose="05000000000000000000" charset="0"/>
              <a:buNone/>
            </a:pP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684020" y="1096645"/>
            <a:ext cx="7865110" cy="5488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343535" y="624205"/>
            <a:ext cx="10219055" cy="22929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r>
              <a:rPr kumimoji="0" lang="zh-CN" altLang="en-US" sz="2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技术在各个领域都有着广泛的应用前景。在信息无障碍方面，它可以帮助视障人士获取信息、学习知识。在教育领域，</a:t>
            </a:r>
            <a:r>
              <a:rPr kumimoji="0" lang="en-US" altLang="zh-CN" sz="2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r>
              <a:rPr kumimoji="0" lang="zh-CN" altLang="en-US" sz="2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技术可以辅助语言学习，提供个性化的学习体验。在商业领域，</a:t>
            </a:r>
            <a:r>
              <a:rPr kumimoji="0" lang="en-US" altLang="zh-CN" sz="2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r>
              <a:rPr kumimoji="0" lang="zh-CN" altLang="en-US" sz="24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技术可以用于客户服务、语音广告等，提升服务效率和用户满意度。</a:t>
            </a:r>
            <a:endParaRPr kumimoji="0" lang="zh-CN" altLang="en-US" sz="24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764858"/>
            <a:ext cx="379412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endParaRPr kumimoji="0" lang="en-US" altLang="zh-CN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210550" y="436563"/>
            <a:ext cx="373634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ASR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1390650"/>
            <a:ext cx="7603490" cy="5334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- 3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528" y="3007996"/>
            <a:ext cx="559879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 dirty="0">
                <a:solidFill>
                  <a:schemeClr val="accent1"/>
                </a:solidFill>
              </a:rPr>
              <a:t>Gradio</a:t>
            </a:r>
            <a:r>
              <a:rPr lang="zh-CN" altLang="en-US" sz="5400" dirty="0">
                <a:solidFill>
                  <a:schemeClr val="accent1"/>
                </a:solidFill>
              </a:rPr>
              <a:t>库</a:t>
            </a:r>
            <a:endParaRPr lang="zh-CN" altLang="en-US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Gradio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Gradio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851025"/>
            <a:ext cx="101974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参考文档：</a:t>
            </a:r>
            <a:r>
              <a:rPr lang="en-US" altLang="en-US" sz="2400" dirty="0">
                <a:hlinkClick r:id="rId1" action="ppaction://hlinkfile"/>
              </a:rPr>
              <a:t>https://gradio.org.cn/guides/quickstart</a:t>
            </a:r>
            <a:endParaRPr lang="en-US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607060" y="2651125"/>
            <a:ext cx="10430510" cy="3448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400"/>
              <a:t>Gradio </a:t>
            </a:r>
            <a:r>
              <a:rPr lang="zh-CN" altLang="en-US" sz="2400"/>
              <a:t>是一个开源</a:t>
            </a:r>
            <a:r>
              <a:rPr lang="en-US" altLang="zh-CN" sz="2400"/>
              <a:t> Python </a:t>
            </a:r>
            <a:r>
              <a:rPr lang="zh-CN" altLang="en-US" sz="2400"/>
              <a:t>包，允许你快速为你的机器学习模型、</a:t>
            </a:r>
            <a:r>
              <a:rPr lang="en-US" altLang="zh-CN" sz="2400"/>
              <a:t>API </a:t>
            </a:r>
            <a:r>
              <a:rPr lang="zh-CN" altLang="en-US" sz="2400"/>
              <a:t>或任何任意</a:t>
            </a:r>
            <a:r>
              <a:rPr lang="en-US" altLang="zh-CN" sz="2400"/>
              <a:t> Python </a:t>
            </a:r>
            <a:r>
              <a:rPr lang="zh-CN" altLang="en-US" sz="2400"/>
              <a:t>函数构建一个演示或</a:t>
            </a:r>
            <a:r>
              <a:rPr lang="en-US" altLang="zh-CN" sz="2400"/>
              <a:t> Web </a:t>
            </a:r>
            <a:r>
              <a:rPr lang="zh-CN" altLang="en-US" sz="2400"/>
              <a:t>应用程序。然后，你可以使用</a:t>
            </a:r>
            <a:r>
              <a:rPr lang="en-US" altLang="zh-CN" sz="2400"/>
              <a:t> Gradio </a:t>
            </a:r>
            <a:r>
              <a:rPr lang="zh-CN" altLang="en-US" sz="2400"/>
              <a:t>内置的共享功能，在几秒钟内分享你的演示或</a:t>
            </a:r>
            <a:r>
              <a:rPr lang="en-US" altLang="zh-CN" sz="2400"/>
              <a:t> Web </a:t>
            </a:r>
            <a:r>
              <a:rPr lang="zh-CN" altLang="en-US" sz="2400"/>
              <a:t>应用程序的链接。无需</a:t>
            </a:r>
            <a:r>
              <a:rPr lang="en-US" altLang="zh-CN" sz="2400"/>
              <a:t> JavaScript</a:t>
            </a:r>
            <a:r>
              <a:rPr lang="zh-CN" altLang="en-US" sz="2400"/>
              <a:t>、</a:t>
            </a:r>
            <a:r>
              <a:rPr lang="en-US" altLang="zh-CN" sz="2400"/>
              <a:t>CSS </a:t>
            </a:r>
            <a:r>
              <a:rPr lang="zh-CN" altLang="en-US" sz="2400"/>
              <a:t>或</a:t>
            </a:r>
            <a:r>
              <a:rPr lang="en-US" altLang="zh-CN" sz="2400"/>
              <a:t> Web </a:t>
            </a:r>
            <a:r>
              <a:rPr lang="zh-CN" altLang="en-US" sz="2400"/>
              <a:t>托管经验！</a:t>
            </a:r>
            <a:endParaRPr lang="zh-CN" altLang="en-US" sz="2400"/>
          </a:p>
          <a:p>
            <a:pPr>
              <a:lnSpc>
                <a:spcPct val="130000"/>
              </a:lnSpc>
            </a:pP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你只需要设置好组件，绑定好你写的函数，就能生成一个网页服务实现你想要的</a:t>
            </a:r>
            <a:r>
              <a:rPr lang="zh-CN" altLang="en-US" sz="2400"/>
              <a:t>功能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Gradio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Gradio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851025"/>
            <a:ext cx="1019746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参考文档：</a:t>
            </a:r>
            <a:r>
              <a:rPr lang="en-US" altLang="en-US" sz="2400" dirty="0">
                <a:hlinkClick r:id="rId1" action="ppaction://hlinkfile"/>
              </a:rPr>
              <a:t>https://gradio.org.cn/guides/quickstart</a:t>
            </a:r>
            <a:endParaRPr lang="en-US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607060" y="2651125"/>
            <a:ext cx="10430510" cy="3448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400"/>
              <a:t>Gradio </a:t>
            </a:r>
            <a:r>
              <a:rPr lang="zh-CN" altLang="en-US" sz="2400"/>
              <a:t>是一个开源</a:t>
            </a:r>
            <a:r>
              <a:rPr lang="en-US" altLang="zh-CN" sz="2400"/>
              <a:t> Python </a:t>
            </a:r>
            <a:r>
              <a:rPr lang="zh-CN" altLang="en-US" sz="2400"/>
              <a:t>包，允许你快速为你的机器学习模型、</a:t>
            </a:r>
            <a:r>
              <a:rPr lang="en-US" altLang="zh-CN" sz="2400"/>
              <a:t>API </a:t>
            </a:r>
            <a:r>
              <a:rPr lang="zh-CN" altLang="en-US" sz="2400"/>
              <a:t>或任何任意</a:t>
            </a:r>
            <a:r>
              <a:rPr lang="en-US" altLang="zh-CN" sz="2400"/>
              <a:t> Python </a:t>
            </a:r>
            <a:r>
              <a:rPr lang="zh-CN" altLang="en-US" sz="2400"/>
              <a:t>函数构建一个演示或</a:t>
            </a:r>
            <a:r>
              <a:rPr lang="en-US" altLang="zh-CN" sz="2400"/>
              <a:t> Web </a:t>
            </a:r>
            <a:r>
              <a:rPr lang="zh-CN" altLang="en-US" sz="2400"/>
              <a:t>应用程序。然后，你可以使用</a:t>
            </a:r>
            <a:r>
              <a:rPr lang="en-US" altLang="zh-CN" sz="2400"/>
              <a:t> Gradio </a:t>
            </a:r>
            <a:r>
              <a:rPr lang="zh-CN" altLang="en-US" sz="2400"/>
              <a:t>内置的共享功能，在几秒钟内分享你的演示或</a:t>
            </a:r>
            <a:r>
              <a:rPr lang="en-US" altLang="zh-CN" sz="2400"/>
              <a:t> Web </a:t>
            </a:r>
            <a:r>
              <a:rPr lang="zh-CN" altLang="en-US" sz="2400"/>
              <a:t>应用程序的链接。无需</a:t>
            </a:r>
            <a:r>
              <a:rPr lang="en-US" altLang="zh-CN" sz="2400"/>
              <a:t> JavaScript</a:t>
            </a:r>
            <a:r>
              <a:rPr lang="zh-CN" altLang="en-US" sz="2400"/>
              <a:t>、</a:t>
            </a:r>
            <a:r>
              <a:rPr lang="en-US" altLang="zh-CN" sz="2400"/>
              <a:t>CSS </a:t>
            </a:r>
            <a:r>
              <a:rPr lang="zh-CN" altLang="en-US" sz="2400"/>
              <a:t>或</a:t>
            </a:r>
            <a:r>
              <a:rPr lang="en-US" altLang="zh-CN" sz="2400"/>
              <a:t> Web </a:t>
            </a:r>
            <a:r>
              <a:rPr lang="zh-CN" altLang="en-US" sz="2400"/>
              <a:t>托管经验！</a:t>
            </a:r>
            <a:endParaRPr lang="zh-CN" altLang="en-US" sz="2400"/>
          </a:p>
          <a:p>
            <a:pPr>
              <a:lnSpc>
                <a:spcPct val="130000"/>
              </a:lnSpc>
            </a:pP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你只需要设置好组件，绑定好你写的函数，就能生成一个网页服务实现你想要的</a:t>
            </a:r>
            <a:r>
              <a:rPr lang="zh-CN" altLang="en-US" sz="2400"/>
              <a:t>功能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Gradio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9168"/>
            <a:ext cx="788479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实战：用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Gradio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构建简单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ASR/TTS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交互页面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61845" y="29444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Coding Time...</a:t>
            </a:r>
            <a:endParaRPr lang="en-US" altLang="zh-CN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/>
          <p:nvPr>
            <p:custDataLst>
              <p:tags r:id="rId1"/>
            </p:custDataLst>
          </p:nvPr>
        </p:nvSpPr>
        <p:spPr>
          <a:xfrm>
            <a:off x="6379528" y="2242185"/>
            <a:ext cx="1605280" cy="49085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00"/>
            <a:r>
              <a:rPr lang="en-US" altLang="zh-CN" sz="1600" b="1" spc="2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</a:rPr>
              <a:t>PART - 4</a:t>
            </a:r>
            <a:endParaRPr lang="en-US" altLang="zh-CN" sz="1600" b="1" spc="2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>
          <a:xfrm>
            <a:off x="6379845" y="3056255"/>
            <a:ext cx="7461885" cy="97091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 dirty="0">
                <a:solidFill>
                  <a:schemeClr val="accent1"/>
                </a:solidFill>
              </a:rPr>
              <a:t>*Websocket</a:t>
            </a:r>
            <a:endParaRPr lang="en-US" altLang="zh-CN" sz="5400" dirty="0">
              <a:solidFill>
                <a:schemeClr val="accent1"/>
              </a:solidFill>
            </a:endParaRPr>
          </a:p>
        </p:txBody>
      </p:sp>
      <p:pic>
        <p:nvPicPr>
          <p:cNvPr id="7" name="图片 6" descr="单独图标"/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-2170430" y="461645"/>
            <a:ext cx="8495665" cy="60045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39535" y="41910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即时交互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28015" y="958850"/>
            <a:ext cx="720217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回顾：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8015" y="1539240"/>
            <a:ext cx="10391140" cy="4225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HTTP</a:t>
            </a:r>
            <a:r>
              <a:rPr lang="zh-CN" altLang="en-US" sz="2400" dirty="0"/>
              <a:t>是基于</a:t>
            </a:r>
            <a:r>
              <a:rPr lang="en-US" altLang="zh-CN" sz="2400" dirty="0"/>
              <a:t>TCP</a:t>
            </a:r>
            <a:r>
              <a:rPr lang="zh-CN" altLang="en-US" sz="2400" dirty="0"/>
              <a:t>协议的，同一时间里，客户端和服务器只能有一方主动发数据，是半双工通信。通常，打开某个网页，我们每点击一次网页上的某个选项，前端就会发送一次</a:t>
            </a:r>
            <a:r>
              <a:rPr lang="en-US" altLang="zh-CN" sz="2400" dirty="0"/>
              <a:t>HTTP</a:t>
            </a:r>
            <a:r>
              <a:rPr lang="zh-CN" altLang="en-US" sz="2400" dirty="0"/>
              <a:t>请求，网站返回一次</a:t>
            </a:r>
            <a:r>
              <a:rPr lang="en-US" altLang="zh-CN" sz="2400" dirty="0"/>
              <a:t>HTTP</a:t>
            </a:r>
            <a:r>
              <a:rPr lang="zh-CN" altLang="en-US" sz="2400" dirty="0"/>
              <a:t>响应。这种由客户端主动请求，服务器响应的方式满足大部分网页的功能场景。</a:t>
            </a:r>
            <a:endParaRPr lang="zh-CN" altLang="en-US" sz="2400" dirty="0"/>
          </a:p>
          <a:p>
            <a:pPr>
              <a:lnSpc>
                <a:spcPct val="140000"/>
              </a:lnSpc>
            </a:pPr>
            <a:endParaRPr lang="en-US" altLang="zh-CN" sz="2400" dirty="0"/>
          </a:p>
          <a:p>
            <a:pPr>
              <a:lnSpc>
                <a:spcPct val="140000"/>
              </a:lnSpc>
            </a:pPr>
            <a:r>
              <a:rPr lang="zh-CN" altLang="en-US" sz="2400" dirty="0"/>
              <a:t>但这种情况下，服务器不会主动给客户端发消息。而类似网页游戏这样的场景，是需要客户端和服务器之间互相主动发大量数据，</a:t>
            </a:r>
            <a:r>
              <a:rPr lang="en-US" altLang="zh-CN" sz="2400" dirty="0"/>
              <a:t>HTTP</a:t>
            </a:r>
            <a:r>
              <a:rPr lang="zh-CN" altLang="en-US" sz="2400" dirty="0"/>
              <a:t>就不适用了。</a:t>
            </a:r>
            <a:endParaRPr lang="zh-CN" altLang="en-US" sz="2400" dirty="0"/>
          </a:p>
          <a:p>
            <a:pPr>
              <a:lnSpc>
                <a:spcPct val="140000"/>
              </a:lnSpc>
            </a:pPr>
            <a:r>
              <a:rPr lang="en-US" altLang="zh-CN" sz="2400" dirty="0"/>
              <a:t>ybshybsb</a:t>
            </a:r>
            <a:endParaRPr lang="en-US" altLang="zh-CN" sz="240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7871460" y="436563"/>
            <a:ext cx="407543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Websocket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是什么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?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7060" y="1832610"/>
            <a:ext cx="10745470" cy="3192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2400"/>
              <a:t>WebSocket </a:t>
            </a:r>
            <a:r>
              <a:rPr lang="zh-CN" altLang="en-US" sz="2400"/>
              <a:t>是一种用于在单个</a:t>
            </a:r>
            <a:r>
              <a:rPr lang="en-US" altLang="zh-CN" sz="2400"/>
              <a:t> TCP </a:t>
            </a:r>
            <a:r>
              <a:rPr lang="zh-CN" altLang="en-US" sz="2400"/>
              <a:t>连接上进行全双工通信的网络协议。它使用类似于</a:t>
            </a:r>
            <a:r>
              <a:rPr lang="en-US" altLang="zh-CN" sz="2400"/>
              <a:t> HTTP </a:t>
            </a:r>
            <a:r>
              <a:rPr lang="zh-CN" altLang="en-US" sz="2400"/>
              <a:t>的握手来建立连接，然后使用单独的持久连接来进行通信。</a:t>
            </a:r>
            <a:endParaRPr lang="zh-CN" altLang="en-US" sz="2400"/>
          </a:p>
          <a:p>
            <a:pPr>
              <a:lnSpc>
                <a:spcPct val="120000"/>
              </a:lnSpc>
            </a:pPr>
            <a:endParaRPr lang="en-US" altLang="zh-CN" sz="2400"/>
          </a:p>
          <a:p>
            <a:pPr>
              <a:lnSpc>
                <a:spcPct val="120000"/>
              </a:lnSpc>
            </a:pPr>
            <a:r>
              <a:rPr lang="zh-CN" altLang="en-US" sz="2400"/>
              <a:t>这种方式使得</a:t>
            </a:r>
            <a:r>
              <a:rPr lang="en-US" altLang="zh-CN" sz="2400"/>
              <a:t> WebSocket </a:t>
            </a:r>
            <a:r>
              <a:rPr lang="zh-CN" altLang="en-US" sz="2400"/>
              <a:t>可以在浏览器和服务器之间进行实时通信，而不需要多次发送</a:t>
            </a:r>
            <a:r>
              <a:rPr lang="en-US" altLang="zh-CN" sz="2400"/>
              <a:t> HTTP </a:t>
            </a:r>
            <a:r>
              <a:rPr lang="zh-CN" altLang="en-US" sz="2400"/>
              <a:t>请求来获取数据。这意味着连接是持久的，它一直保持打开，直到有一方主动关闭连接。这使得</a:t>
            </a:r>
            <a:r>
              <a:rPr lang="en-US" altLang="zh-CN" sz="2400"/>
              <a:t> WebSocket </a:t>
            </a:r>
            <a:r>
              <a:rPr lang="zh-CN" altLang="en-US" sz="2400"/>
              <a:t>非常适合用于实时应用程序，因为它不需要不断地建立和关闭连接。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072755" y="436563"/>
            <a:ext cx="398653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Websocket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223770" y="262890"/>
            <a:ext cx="7028180" cy="6448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115935" y="436563"/>
            <a:ext cx="383095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Websocket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7060" y="1680210"/>
            <a:ext cx="10603230" cy="4150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 sz="2400"/>
              <a:t>最常见的用途是在实时应用程序开发中，它有助于在客户端持续显示数据。由于后端服务器不断发回此数据，</a:t>
            </a:r>
            <a:r>
              <a:rPr lang="en-US" altLang="zh-CN" sz="2400"/>
              <a:t>WebSocket </a:t>
            </a:r>
            <a:r>
              <a:rPr lang="zh-CN" altLang="en-US" sz="2400"/>
              <a:t>允许在已打开的连接中不间断地推送或传输此数据，使此类数据传输更快，并利用了应用程序的性能。</a:t>
            </a:r>
            <a:endParaRPr lang="zh-CN" altLang="en-US" sz="2400"/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endParaRPr lang="zh-CN" altLang="en-US" sz="2400"/>
          </a:p>
          <a:p>
            <a:pPr>
              <a:lnSpc>
                <a:spcPct val="110000"/>
              </a:lnSpc>
            </a:pPr>
            <a:r>
              <a:rPr lang="en-US" altLang="zh-CN" sz="2400"/>
              <a:t>liucheng leix</a:t>
            </a:r>
            <a:endParaRPr lang="en-US" altLang="zh-CN" sz="2400"/>
          </a:p>
          <a:p>
            <a:pPr>
              <a:lnSpc>
                <a:spcPct val="110000"/>
              </a:lnSpc>
            </a:pPr>
            <a:r>
              <a:rPr lang="en-US" altLang="zh-CN" sz="2400"/>
              <a:t>json xy</a:t>
            </a:r>
            <a:endParaRPr lang="en-US" altLang="zh-CN" sz="2400"/>
          </a:p>
          <a:p>
            <a:pPr>
              <a:lnSpc>
                <a:spcPct val="110000"/>
              </a:lnSpc>
            </a:pPr>
            <a:r>
              <a:rPr lang="en-US" altLang="zh-CN" sz="2400"/>
              <a:t>jtxynr</a:t>
            </a:r>
            <a:endParaRPr lang="en-US" altLang="zh-CN" sz="2400"/>
          </a:p>
          <a:p>
            <a:pPr>
              <a:lnSpc>
                <a:spcPct val="110000"/>
              </a:lnSpc>
            </a:pPr>
            <a:r>
              <a:rPr lang="en-US" altLang="zh-CN" sz="2400"/>
              <a:t>gaozi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8963025" y="436563"/>
            <a:ext cx="298386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Websocket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9168"/>
            <a:ext cx="835660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实战：使用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实现即时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</a:t>
            </a: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lang="en-US" altLang="zh-CN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TTS</a:t>
            </a:r>
            <a:endParaRPr kumimoji="0" lang="en-US" altLang="zh-CN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7060" y="1770380"/>
            <a:ext cx="10912278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前置准备：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2416175"/>
            <a:ext cx="5669915" cy="6121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7060" y="3474085"/>
            <a:ext cx="10843260" cy="499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Gradio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225"/>
            <a:ext cx="687832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签到码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6790" y="59588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QQ1034572351</a:t>
            </a:r>
            <a:endParaRPr lang="en-US" altLang="zh-CN" sz="360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9368155" y="436563"/>
            <a:ext cx="257873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Gradio</a:t>
            </a:r>
            <a:r>
              <a:rPr lang="zh-CN" altLang="en-US" sz="28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 descr="e7d195523061f1c0c7fdb8e83abb5dcf03375f2c8b662a4106267E0752567F7A4243849C9E2D773FC6511ADD776D3461389E8BB5BAFBB3C937DB9AB1E09A294486DA4CCF35679A92315A5BDF0C7F02D8DB0983A561B9AD4F9360F817F987ED6312BA78B3C26FE59D74499348EFC01217C87131E0D883B4A0A28311D4F4EF0E5123EE3175F2E8EA19"/>
          <p:cNvSpPr txBox="1"/>
          <p:nvPr/>
        </p:nvSpPr>
        <p:spPr>
          <a:xfrm>
            <a:off x="607060" y="958850"/>
            <a:ext cx="6878320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课后作业：</a:t>
            </a:r>
            <a:endParaRPr kumimoji="0" lang="zh-CN" altLang="en-US" sz="28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060" y="1674495"/>
            <a:ext cx="10197465" cy="230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利用本节课的知识，编写一个网页端实现</a:t>
            </a:r>
            <a:r>
              <a:rPr lang="en-US" altLang="zh-CN" sz="2400" dirty="0"/>
              <a:t>ASR-&gt;TTS</a:t>
            </a:r>
            <a:r>
              <a:rPr lang="zh-CN" altLang="en-US" sz="2400" dirty="0"/>
              <a:t>的</a:t>
            </a:r>
            <a:r>
              <a:rPr lang="zh-CN" altLang="en-US" sz="2400" dirty="0"/>
              <a:t>程序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div1 div2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普通</a:t>
            </a:r>
            <a:r>
              <a:rPr lang="en-US" altLang="zh-CN" sz="2400" dirty="0"/>
              <a:t>llm</a:t>
            </a:r>
            <a:endParaRPr lang="en-US" altLang="zh-CN" sz="2400" dirty="0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20820" y="3130550"/>
            <a:ext cx="415036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>
                <a:solidFill>
                  <a:schemeClr val="accent1"/>
                </a:solidFill>
                <a:latin typeface="汉仪力量黑简" panose="00020600040101010101" charset="-122"/>
                <a:ea typeface="汉仪力量黑简" panose="00020600040101010101" charset="-122"/>
                <a:sym typeface="汉仪力量黑简" panose="00020600040101010101" charset="-122"/>
              </a:rPr>
              <a:t>THANKS</a:t>
            </a:r>
            <a:endParaRPr lang="en-US" altLang="zh-CN" sz="8800">
              <a:solidFill>
                <a:schemeClr val="accent1"/>
              </a:solidFill>
              <a:latin typeface="汉仪力量黑简" panose="00020600040101010101" charset="-122"/>
              <a:ea typeface="汉仪力量黑简" panose="00020600040101010101" charset="-122"/>
              <a:sym typeface="汉仪力量黑简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0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33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47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6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75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89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02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10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0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11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12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13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15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16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2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25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6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26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7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2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2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9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30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3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3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4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4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4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4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4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4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44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5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5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5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5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54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5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55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5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5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56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56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6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6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58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5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65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66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6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6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6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6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6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6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7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17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7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7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7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7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8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8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8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8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2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8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8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8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8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8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5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85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5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5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5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6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6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9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9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3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9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9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9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9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5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9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9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9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9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9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1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3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199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9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6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6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0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0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0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8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09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09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0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1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1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1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11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31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13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1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22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22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22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223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3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3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24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224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2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22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605"/>
</p:tagLst>
</file>

<file path=ppt/tags/tag2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9.xml><?xml version="1.0" encoding="utf-8"?>
<p:tagLst xmlns:p="http://schemas.openxmlformats.org/presentationml/2006/main">
  <p:tag name="KSO_WM_TEMPLATE_THUMBS_INDEX" val="1、4、7、9、11、12、13、14、15、16、19、22、26、30、31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605"/>
</p:tagLst>
</file>

<file path=ppt/tags/tag2270.xml><?xml version="1.0" encoding="utf-8"?>
<p:tagLst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605_1*b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此处添加副标题内容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271.xml><?xml version="1.0" encoding="utf-8"?>
<p:tagLst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4605_1*b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此处添加副标题内容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272.xml><?xml version="1.0" encoding="utf-8"?>
<p:tagLst xmlns:p="http://schemas.openxmlformats.org/presentationml/2006/main">
  <p:tag name="KSO_WM_TEMPLATE_THUMBS_INDEX" val="1、4、7、9、11、12、13、14、15、16、19、22、26、30、31"/>
  <p:tag name="KSO_WM_SLIDE_ID" val="custom20204605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4605"/>
  <p:tag name="KSO_WM_SLIDE_LAYOUT" val="a_b"/>
  <p:tag name="KSO_WM_SLIDE_LAYOUT_CNT" val="1_1"/>
  <p:tag name="KSO_WM_TEMPLATE_MASTER_TYPE" val="1"/>
  <p:tag name="KSO_WM_TEMPLATE_COLOR_TYPE" val="1"/>
  <p:tag name="KSO_WM_TEMPLATE_MASTER_THUMB_INDEX" val="12"/>
</p:tagLst>
</file>

<file path=ppt/tags/tag2273.xml><?xml version="1.0" encoding="utf-8"?>
<p:tagLst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ags/tag2274.xml><?xml version="1.0" encoding="utf-8"?>
<p:tagLst xmlns:p="http://schemas.openxmlformats.org/presentationml/2006/main">
  <p:tag name="KSO_WM_UNIT_ISCONTENTSTITLE" val="1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605_4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目录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2275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4605_4*l_h_i*1_1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2277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7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4605_4*l_h_a*1_1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79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605_4*l_h_f*1_1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04605_4*l_h_i*1_1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81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82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04605_4*l_h_i*1_2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04605_4*l_h_i*1_2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228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04605_4*l_h_a*1_2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86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605_4*l_h_f*1_2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87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88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04605_4*l_h_i*1_3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04605_4*l_h_i*1_3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229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04605_4*l_h_a*1_3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92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605_4*l_h_f*1_3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93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94.xml><?xml version="1.0" encoding="utf-8"?>
<p:tagLst xmlns:p="http://schemas.openxmlformats.org/presentationml/2006/main">
  <p:tag name="KSO_WM_DIAGRAM_VIRTUALLY_FRAME" val="{&quot;height&quot;:374.35,&quot;left&quot;:546.85,&quot;top&quot;:131.5,&quot;width&quot;:346.35}"/>
</p:tagLst>
</file>

<file path=ppt/tags/tag2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04605_4*l_h_i*1_4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04605_4*l_h_i*1_4_2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74.35,&quot;left&quot;:546.85,&quot;top&quot;:131.5,&quot;width&quot;:346.35}"/>
</p:tagLst>
</file>

<file path=ppt/tags/tag229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custom20204605_4*l_h_a*1_4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添加标题"/>
  <p:tag name="KSO_WM_UNIT_ISNUMDGMTITLE" val="0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98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605_4*l_h_f*1_4_1"/>
  <p:tag name="KSO_WM_TEMPLATE_CATEGORY" val="custom"/>
  <p:tag name="KSO_WM_TEMPLATE_INDEX" val="20204605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SUBTYPE" val="a"/>
  <p:tag name="KSO_WM_UNIT_TEXT_FILL_FORE_SCHEMECOLOR_INDEX_BRIGHTNESS" val="0.35"/>
  <p:tag name="KSO_WM_UNIT_TEXT_FILL_FORE_SCHEMECOLOR_INDEX" val="13"/>
  <p:tag name="KSO_WM_UNIT_TEXT_FILL_TYPE" val="1"/>
  <p:tag name="KSO_WM_UNIT_USESOURCEFORMAT_APPLY" val="1"/>
  <p:tag name="KSO_WM_DIAGRAM_VIRTUALLY_FRAME" val="{&quot;height&quot;:374.35,&quot;left&quot;:546.85,&quot;top&quot;:131.5,&quot;width&quot;:346.35}"/>
</p:tagLst>
</file>

<file path=ppt/tags/tag2299.xml><?xml version="1.0" encoding="utf-8"?>
<p:tagLst xmlns:p="http://schemas.openxmlformats.org/presentationml/2006/main">
  <p:tag name="KSO_WM_TEMPLATE_THUMBS_INDEX" val="1"/>
  <p:tag name="KSO_WM_SLIDE_ID" val="custom20204605_4"/>
  <p:tag name="KSO_WM_TEMPLATE_SUBCATEGORY" val="0"/>
  <p:tag name="KSO_WM_SLIDE_TYPE" val="contents"/>
  <p:tag name="KSO_WM_SLIDE_SUBTYPE" val="diag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04605"/>
  <p:tag name="KSO_WM_SLIDE_LAYOUT" val="a_l"/>
  <p:tag name="KSO_WM_SLIDE_LAYOUT_CNT" val="1_1"/>
  <p:tag name="KSO_WM_TEMPLATE_MASTER_TYPE" val="1"/>
  <p:tag name="KSO_WM_TEMPLATE_COLOR_TYPE" val="1"/>
  <p:tag name="KSO_WM_DIAGRAM_GROUP_CODE" val="l1-1"/>
  <p:tag name="KSO_WM_SLIDE_DIAGTYPE" val="l"/>
</p:tagLst>
</file>

<file path=ppt/tags/tag2300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301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302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230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TEXT_FILL_FORE_SCHEMECOLOR_INDEX" val="1"/>
  <p:tag name="KSO_WM_UNIT_TEXT_FILL_TYPE" val="1"/>
  <p:tag name="KSO_WM_UNIT_ID" val="diagram20233554_1*l_h_f*1_1_1"/>
  <p:tag name="KSO_WM_UNIT_INDEX" val="1_1_1"/>
  <p:tag name="KSO_WM_DIAGRAM_GROUP_CODE" val="l1-1"/>
  <p:tag name="KSO_WM_UNIT_PRESET_TEXT" val="单击此处添加正文，请言简意赅的阐述您的观点。"/>
  <p:tag name="KSO_WM_UNIT_USESOURCEFORMAT_APPLY" val="1"/>
</p:tagLst>
</file>

<file path=ppt/tags/tag23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3"/>
  <p:tag name="KSO_WM_UNIT_TEXT_FILL_FORE_SCHEMECOLOR_INDEX" val="1"/>
  <p:tag name="KSO_WM_UNIT_TEXT_FILL_TYPE" val="1"/>
  <p:tag name="KSO_WM_UNIT_ID" val="diagram20233554_1*l_h_a*1_1_1"/>
  <p:tag name="KSO_WM_UNIT_INDEX" val="1_1_1"/>
  <p:tag name="KSO_WM_DIAGRAM_GROUP_CODE" val="l1-1"/>
  <p:tag name="KSO_WM_UNIT_PRESET_TEXT" val="添加项标题"/>
  <p:tag name="KSO_WM_UNIT_USESOURCEFORMAT_APPLY" val="1"/>
</p:tagLst>
</file>

<file path=ppt/tags/tag2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17_2*l_h_i*1_1_1"/>
  <p:tag name="KSO_WM_TEMPLATE_CATEGORY" val="diagram"/>
  <p:tag name="KSO_WM_TEMPLATE_INDEX" val="2023481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98.99008286844094,&quot;left&quot;:41.850072939414716,&quot;top&quot;:93.4423622047244,&quot;width&quot;:418.449927060585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30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TEXT_FILL_FORE_SCHEMECOLOR_INDEX" val="1"/>
  <p:tag name="KSO_WM_UNIT_TEXT_FILL_TYPE" val="1"/>
  <p:tag name="KSO_WM_UNIT_ID" val="diagram20233554_1*l_h_f*1_1_1"/>
  <p:tag name="KSO_WM_UNIT_INDEX" val="1_1_1"/>
  <p:tag name="KSO_WM_DIAGRAM_GROUP_CODE" val="l1-1"/>
  <p:tag name="KSO_WM_UNIT_PRESET_TEXT" val="单击此处添加正文，请言简意赅的阐述您的观点。"/>
  <p:tag name="KSO_WM_UNIT_USESOURCEFORMAT_APPLY" val="1"/>
</p:tagLst>
</file>

<file path=ppt/tags/tag23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355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63.4259887695313,&quot;left&quot;:41.89999299297183,&quot;top&quot;:99.34235994594306,&quot;width&quot;:418.4500070070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3"/>
  <p:tag name="KSO_WM_UNIT_TEXT_FILL_FORE_SCHEMECOLOR_INDEX" val="1"/>
  <p:tag name="KSO_WM_UNIT_TEXT_FILL_TYPE" val="1"/>
  <p:tag name="KSO_WM_UNIT_ID" val="diagram20233554_1*l_h_a*1_1_1"/>
  <p:tag name="KSO_WM_UNIT_INDEX" val="1_1_1"/>
  <p:tag name="KSO_WM_DIAGRAM_GROUP_CODE" val="l1-1"/>
  <p:tag name="KSO_WM_UNIT_PRESET_TEXT" val="添加项标题"/>
  <p:tag name="KSO_WM_UNIT_USESOURCEFORMAT_APPLY" val="1"/>
</p:tagLst>
</file>

<file path=ppt/tags/tag2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17_2*l_h_i*1_1_1"/>
  <p:tag name="KSO_WM_TEMPLATE_CATEGORY" val="diagram"/>
  <p:tag name="KSO_WM_TEMPLATE_INDEX" val="20234817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98.99008286844094,&quot;left&quot;:41.850072939414716,&quot;top&quot;:93.4423622047244,&quot;width&quot;:418.449927060585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30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10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311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312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2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14.xml><?xml version="1.0" encoding="utf-8"?>
<p:tagLst xmlns:p="http://schemas.openxmlformats.org/presentationml/2006/main">
  <p:tag name="KSO_WM_BEAUTIFY_FLAG" val="#wm#"/>
  <p:tag name="KSO_WM_TEMPLATE_CATEGORY" val="custom"/>
  <p:tag name="KSO_WM_TEMPLATE_INDEX" val="20204605"/>
</p:tagLst>
</file>

<file path=ppt/tags/tag231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16.xml><?xml version="1.0" encoding="utf-8"?>
<p:tagLst xmlns:p="http://schemas.openxmlformats.org/presentationml/2006/main">
  <p:tag name="KSO_WM_DIAGRAM_VIRTUALLY_FRAME" val="{&quot;height&quot;:82.24921259842519,&quot;left&quot;:47.8,&quot;top&quot;:34.325826771653546,&quot;width&quot;:892.9}"/>
</p:tagLst>
</file>

<file path=ppt/tags/tag231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18.xml><?xml version="1.0" encoding="utf-8"?>
<p:tagLst xmlns:p="http://schemas.openxmlformats.org/presentationml/2006/main">
  <p:tag name="KSO_WM_DIAGRAM_VIRTUALLY_FRAME" val="{&quot;height&quot;:82.24921259842519,&quot;left&quot;:47.8,&quot;top&quot;:34.325826771653546,&quot;width&quot;:892.9}"/>
</p:tagLst>
</file>

<file path=ppt/tags/tag231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2.xml><?xml version="1.0" encoding="utf-8"?>
<p:tagLst xmlns:p="http://schemas.openxmlformats.org/presentationml/2006/main">
  <p:tag name="KSO_WM_DIAGRAM_VIRTUALLY_FRAME" val="{&quot;height&quot;:82.24921259842519,&quot;left&quot;:47.8,&quot;top&quot;:34.325826771653546,&quot;width&quot;:892.9}"/>
</p:tagLst>
</file>

<file path=ppt/tags/tag2323.xml><?xml version="1.0" encoding="utf-8"?>
<p:tagLst xmlns:p="http://schemas.openxmlformats.org/presentationml/2006/main">
  <p:tag name="KSO_WM_DIAGRAM_VIRTUALLY_FRAME" val="{&quot;height&quot;:82.24921259842519,&quot;left&quot;:47.8,&quot;top&quot;:34.325826771653546,&quot;width&quot;:892.9}"/>
</p:tagLst>
</file>

<file path=ppt/tags/tag232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28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329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330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233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3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3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34.xml><?xml version="1.0" encoding="utf-8"?>
<p:tagLst xmlns:p="http://schemas.openxmlformats.org/presentationml/2006/main">
  <p:tag name="KSO_WM_UNIT_NOCLEAR" val="0"/>
  <p:tag name="KSO_WM_UNIT_VALUE" val="7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4605_7*e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PART ONE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2335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605_7*a*1"/>
  <p:tag name="KSO_WM_TEMPLATE_CATEGORY" val="custom"/>
  <p:tag name="KSO_WM_TEMPLATE_INDEX" val="20204605"/>
  <p:tag name="KSO_WM_UNIT_LAYERLEVEL" val="1"/>
  <p:tag name="KSO_WM_TAG_VERSION" val="1.0"/>
  <p:tag name="KSO_WM_BEAUTIFY_FLAG" val="#wm#"/>
  <p:tag name="KSO_WM_UNIT_PRESET_TEXT" val="单击添加大标题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336.xml><?xml version="1.0" encoding="utf-8"?>
<p:tagLst xmlns:p="http://schemas.openxmlformats.org/presentationml/2006/main">
  <p:tag name="KSO_WM_TEMPLATE_THUMBS_INDEX" val="1"/>
  <p:tag name="KSO_WM_SLIDE_ID" val="custom20204605_7"/>
  <p:tag name="KSO_WM_TEMPLATE_SUBCATEGORY" val="0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4605"/>
  <p:tag name="KSO_WM_SLIDE_LAYOUT" val="a_b_e"/>
  <p:tag name="KSO_WM_SLIDE_LAYOUT_CNT" val="1_1_1"/>
  <p:tag name="KSO_WM_TEMPLATE_MASTER_TYPE" val="1"/>
  <p:tag name="KSO_WM_TEMPLATE_COLOR_TYPE" val="1"/>
</p:tagLst>
</file>

<file path=ppt/tags/tag233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3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39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40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4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4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4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RESOURCE_RECORD_KEY" val="{&quot;13&quot;:[4563123],&quot;65&quot;:[20187308]}"/>
  <p:tag name="KSO_WM_SLIDE_BACKGROUND_TYPE" val="general"/>
  <p:tag name="KSO_WM_SLIDE_BK_DARK_LIGHT" val="2"/>
</p:tagLst>
</file>

<file path=ppt/tags/tag2344.xml><?xml version="1.0" encoding="utf-8"?>
<p:tagLst xmlns:p="http://schemas.openxmlformats.org/presentationml/2006/main">
  <p:tag name="KSO_WM_TEMPLATE_THUMBS_INDEX" val="1"/>
  <p:tag name="KSO_WM_SLIDE_ID" val="custom20204605_31"/>
  <p:tag name="KSO_WM_TEMPLATE_SUBCATEGORY" val="0"/>
  <p:tag name="KSO_WM_SLIDE_TYPE" val="endPage"/>
  <p:tag name="KSO_WM_SLIDE_SUBTYPE" val="pureTxt"/>
  <p:tag name="KSO_WM_SLIDE_ITEM_CNT" val="0"/>
  <p:tag name="KSO_WM_SLIDE_INDEX" val="31"/>
  <p:tag name="KSO_WM_TAG_VERSION" val="1.0"/>
  <p:tag name="KSO_WM_BEAUTIFY_FLAG" val="#wm#"/>
  <p:tag name="KSO_WM_TEMPLATE_CATEGORY" val="custom"/>
  <p:tag name="KSO_WM_TEMPLATE_INDEX" val="20204605"/>
  <p:tag name="KSO_WM_SLIDE_LAYOUT" val="a_b"/>
  <p:tag name="KSO_WM_SLIDE_LAYOUT_CNT" val="1_1"/>
  <p:tag name="KSO_WM_TEMPLATE_MASTER_TYPE" val="1"/>
  <p:tag name="KSO_WM_TEMPLATE_COLOR_TYPE" val="1"/>
</p:tagLst>
</file>

<file path=ppt/tags/tag2345.xml><?xml version="1.0" encoding="utf-8"?>
<p:tagLst xmlns:p="http://schemas.openxmlformats.org/presentationml/2006/main">
  <p:tag name="RESOURCE_RECORD_KEY" val="{&quot;13&quot;:[4563123],&quot;65&quot;:[20187308]}"/>
  <p:tag name="COMMONDATA" val="eyJjb3VudCI6MSwiaGRpZCI6Ijc0YThjNWMxN2MwZjFkNTRkOWVlZTZiODdmYWUxZDEyIiwidXNlckNvdW50Ijox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2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3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4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2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7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6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6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5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E3E5E8"/>
      </a:dk2>
      <a:lt2>
        <a:srgbClr val="FFFFFF"/>
      </a:lt2>
      <a:accent1>
        <a:srgbClr val="406898"/>
      </a:accent1>
      <a:accent2>
        <a:srgbClr val="4A89B6"/>
      </a:accent2>
      <a:accent3>
        <a:srgbClr val="53AAD5"/>
      </a:accent3>
      <a:accent4>
        <a:srgbClr val="4DAFBE"/>
      </a:accent4>
      <a:accent5>
        <a:srgbClr val="389873"/>
      </a:accent5>
      <a:accent6>
        <a:srgbClr val="228227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2543</Words>
  <Application>WPS 演示</Application>
  <PresentationFormat>宽屏</PresentationFormat>
  <Paragraphs>203</Paragraphs>
  <Slides>28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28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汉仪旗黑-85S</vt:lpstr>
      <vt:lpstr>黑体</vt:lpstr>
      <vt:lpstr>Noto Sans S Chinese Light</vt:lpstr>
      <vt:lpstr>Wingdings</vt:lpstr>
      <vt:lpstr>Arial Unicode MS</vt:lpstr>
      <vt:lpstr>汉仪力量黑简</vt:lpstr>
      <vt:lpstr>Noto Sans S Chinese Light</vt:lpstr>
      <vt:lpstr>汉仪旗黑-85S</vt:lpstr>
      <vt:lpstr>Segoe Print</vt:lpstr>
      <vt:lpstr>汉仪旗黑Y4-85简</vt:lpstr>
      <vt:lpstr>Saturday Sans Regular</vt:lpstr>
      <vt:lpstr>Office 主题​​</vt:lpstr>
      <vt:lpstr>7_Office 主题​​</vt:lpstr>
      <vt:lpstr>11_Office 主题​​</vt:lpstr>
      <vt:lpstr>1_Office 主题​​</vt:lpstr>
      <vt:lpstr>12_Office 主题​​</vt:lpstr>
      <vt:lpstr>13_Office 主题​​</vt:lpstr>
      <vt:lpstr>14_Office 主题​​</vt:lpstr>
      <vt:lpstr>22_Office 主题​​</vt:lpstr>
      <vt:lpstr>27_Office 主题​​</vt:lpstr>
      <vt:lpstr>36_Office 主题​​</vt:lpstr>
      <vt:lpstr>3_Office 主题​​</vt:lpstr>
      <vt:lpstr>8_Office 主题​​</vt:lpstr>
      <vt:lpstr>16_Office 主题​​</vt:lpstr>
      <vt:lpstr>4_Office 主题​​</vt:lpstr>
      <vt:lpstr>5_Office 主题​​</vt:lpstr>
      <vt:lpstr>2_Office 主题​​</vt:lpstr>
      <vt:lpstr>6_Office 主题​​</vt:lpstr>
      <vt:lpstr>PowerPoint 演示文稿</vt:lpstr>
      <vt:lpstr>PowerPoint 演示文稿</vt:lpstr>
      <vt:lpstr>简介</vt:lpstr>
      <vt:lpstr>PowerPoint 演示文稿</vt:lpstr>
      <vt:lpstr>ASR与TTS</vt:lpstr>
      <vt:lpstr>像打电话一样简单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Gradio库</vt:lpstr>
      <vt:lpstr>PowerPoint 演示文稿</vt:lpstr>
      <vt:lpstr>PowerPoint 演示文稿</vt:lpstr>
      <vt:lpstr>PowerPoint 演示文稿</vt:lpstr>
      <vt:lpstr>*Websocket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夜空中最靓的崽</cp:lastModifiedBy>
  <cp:revision>83</cp:revision>
  <dcterms:created xsi:type="dcterms:W3CDTF">2025-11-11T07:27:00Z</dcterms:created>
  <dcterms:modified xsi:type="dcterms:W3CDTF">2026-03-15T08:26:06Z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D368ACCDA43F45869C9E42794FC8C3D7_13</vt:lpwstr>
  </property>
  <property fmtid="{D5CDD505-2E9C-101B-9397-08002B2CF9AE}" pid="4" name="KSOTemplateUUID">
    <vt:lpwstr>v1.0_mb_99bCO0nU347BMG+v2ieiRQ==</vt:lpwstr>
  </property>
</Properties>
</file>